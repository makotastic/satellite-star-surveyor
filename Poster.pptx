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8" r:id="rId2"/>
  </p:sldIdLst>
  <p:sldSz cx="36576000" cy="27432000"/>
  <p:notesSz cx="6858000" cy="9144000"/>
  <p:embeddedFontLst>
    <p:embeddedFont>
      <p:font typeface="Cambria Math" panose="02040503050406030204" pitchFamily="18" charset="0"/>
      <p:regular r:id="rId4"/>
    </p:embeddedFont>
    <p:embeddedFont>
      <p:font typeface="Garamond" panose="02020404030301010803" pitchFamily="18" charset="0"/>
      <p:regular r:id="rId5"/>
      <p:bold r:id="rId6"/>
      <p:italic r:id="rId7"/>
      <p:boldItalic r:id="rId8"/>
    </p:embeddedFont>
    <p:embeddedFont>
      <p:font typeface="Open Sans" panose="020B0606030504020204" pitchFamily="34" charset="0"/>
      <p:regular r:id="rId9"/>
      <p:bold r:id="rId10"/>
      <p:italic r:id="rId11"/>
      <p:boldItalic r:id="rId12"/>
    </p:embeddedFont>
    <p:embeddedFont>
      <p:font typeface="Open Sans Light" panose="020B0306030504020204" pitchFamily="34" charset="0"/>
      <p:regular r:id="rId13"/>
      <p:bold r:id="rId14"/>
      <p:italic r:id="rId15"/>
      <p:boldItalic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8" roundtripDataSignature="AMtx7mjMleOs9D5qW5o3uPjSmPCFXgD3T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0" d="100"/>
          <a:sy n="50" d="100"/>
        </p:scale>
        <p:origin x="654"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font" Target="fonts/font10.fntdata"/><Relationship Id="rId18" Type="http://customschemas.google.com/relationships/presentationmetadata" Target="metadata"/><Relationship Id="rId3" Type="http://schemas.openxmlformats.org/officeDocument/2006/relationships/notesMaster" Target="notesMasters/notesMaster1.xml"/><Relationship Id="rId21" Type="http://schemas.openxmlformats.org/officeDocument/2006/relationships/theme" Target="theme/theme1.xml"/><Relationship Id="rId7" Type="http://schemas.openxmlformats.org/officeDocument/2006/relationships/font" Target="fonts/font4.fntdata"/><Relationship Id="rId12"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font" Target="fonts/font13.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font" Target="fonts/font8.fntdata"/><Relationship Id="rId5" Type="http://schemas.openxmlformats.org/officeDocument/2006/relationships/font" Target="fonts/font2.fntdata"/><Relationship Id="rId15" Type="http://schemas.openxmlformats.org/officeDocument/2006/relationships/font" Target="fonts/font12.fntdata"/><Relationship Id="rId10" Type="http://schemas.openxmlformats.org/officeDocument/2006/relationships/font" Target="fonts/font7.fntdata"/><Relationship Id="rId19" Type="http://schemas.openxmlformats.org/officeDocument/2006/relationships/presProps" Target="presProps.xml"/><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font" Target="fonts/font11.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0D70ED95-6961-3B6C-EA10-24112EB44D64}"/>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61DDA7C6-6241-FF2A-4CF9-6FA0201478A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a:extLst>
              <a:ext uri="{FF2B5EF4-FFF2-40B4-BE49-F238E27FC236}">
                <a16:creationId xmlns:a16="http://schemas.microsoft.com/office/drawing/2014/main" id="{97E3D518-89E9-BF78-2811-A3B70AE3C50B}"/>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192744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3"/>
          <p:cNvSpPr txBox="1">
            <a:spLocks noGrp="1"/>
          </p:cNvSpPr>
          <p:nvPr>
            <p:ph type="ctrTitle"/>
          </p:nvPr>
        </p:nvSpPr>
        <p:spPr>
          <a:xfrm>
            <a:off x="2743200" y="4489452"/>
            <a:ext cx="31089600" cy="9550500"/>
          </a:xfrm>
          <a:prstGeom prst="rect">
            <a:avLst/>
          </a:prstGeom>
          <a:noFill/>
          <a:ln>
            <a:noFill/>
          </a:ln>
        </p:spPr>
        <p:txBody>
          <a:bodyPr spcFirstLastPara="1" wrap="square" lIns="76200" tIns="38075" rIns="76200" bIns="38075" anchor="b" anchorCtr="0">
            <a:normAutofit/>
          </a:bodyPr>
          <a:lstStyle>
            <a:lvl1pPr lvl="0" algn="ctr">
              <a:lnSpc>
                <a:spcPct val="90000"/>
              </a:lnSpc>
              <a:spcBef>
                <a:spcPts val="0"/>
              </a:spcBef>
              <a:spcAft>
                <a:spcPts val="0"/>
              </a:spcAft>
              <a:buClr>
                <a:schemeClr val="dk1"/>
              </a:buClr>
              <a:buSzPts val="24000"/>
              <a:buFont typeface="Calibri"/>
              <a:buNone/>
              <a:defRPr sz="24000"/>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13" name="Google Shape;13;p3"/>
          <p:cNvSpPr txBox="1">
            <a:spLocks noGrp="1"/>
          </p:cNvSpPr>
          <p:nvPr>
            <p:ph type="subTitle" idx="1"/>
          </p:nvPr>
        </p:nvSpPr>
        <p:spPr>
          <a:xfrm>
            <a:off x="4572000" y="14408152"/>
            <a:ext cx="27432000" cy="6623100"/>
          </a:xfrm>
          <a:prstGeom prst="rect">
            <a:avLst/>
          </a:prstGeom>
          <a:noFill/>
          <a:ln>
            <a:noFill/>
          </a:ln>
        </p:spPr>
        <p:txBody>
          <a:bodyPr spcFirstLastPara="1" wrap="square" lIns="76200" tIns="38075" rIns="76200" bIns="38075" anchor="t" anchorCtr="0">
            <a:normAutofit/>
          </a:bodyPr>
          <a:lstStyle>
            <a:lvl1pPr lvl="0" algn="ctr">
              <a:lnSpc>
                <a:spcPct val="90000"/>
              </a:lnSpc>
              <a:spcBef>
                <a:spcPts val="4000"/>
              </a:spcBef>
              <a:spcAft>
                <a:spcPts val="0"/>
              </a:spcAft>
              <a:buClr>
                <a:schemeClr val="dk1"/>
              </a:buClr>
              <a:buSzPts val="9600"/>
              <a:buNone/>
              <a:defRPr sz="9600"/>
            </a:lvl1pPr>
            <a:lvl2pPr lvl="1" algn="ctr">
              <a:lnSpc>
                <a:spcPct val="90000"/>
              </a:lnSpc>
              <a:spcBef>
                <a:spcPts val="2000"/>
              </a:spcBef>
              <a:spcAft>
                <a:spcPts val="0"/>
              </a:spcAft>
              <a:buClr>
                <a:schemeClr val="dk1"/>
              </a:buClr>
              <a:buSzPts val="8000"/>
              <a:buNone/>
              <a:defRPr sz="8000"/>
            </a:lvl2pPr>
            <a:lvl3pPr lvl="2" algn="ctr">
              <a:lnSpc>
                <a:spcPct val="90000"/>
              </a:lnSpc>
              <a:spcBef>
                <a:spcPts val="2000"/>
              </a:spcBef>
              <a:spcAft>
                <a:spcPts val="0"/>
              </a:spcAft>
              <a:buClr>
                <a:schemeClr val="dk1"/>
              </a:buClr>
              <a:buSzPts val="7200"/>
              <a:buNone/>
              <a:defRPr sz="7200"/>
            </a:lvl3pPr>
            <a:lvl4pPr lvl="3" algn="ctr">
              <a:lnSpc>
                <a:spcPct val="90000"/>
              </a:lnSpc>
              <a:spcBef>
                <a:spcPts val="2000"/>
              </a:spcBef>
              <a:spcAft>
                <a:spcPts val="0"/>
              </a:spcAft>
              <a:buClr>
                <a:schemeClr val="dk1"/>
              </a:buClr>
              <a:buSzPts val="6400"/>
              <a:buNone/>
              <a:defRPr sz="6400"/>
            </a:lvl4pPr>
            <a:lvl5pPr lvl="4" algn="ctr">
              <a:lnSpc>
                <a:spcPct val="90000"/>
              </a:lnSpc>
              <a:spcBef>
                <a:spcPts val="2000"/>
              </a:spcBef>
              <a:spcAft>
                <a:spcPts val="0"/>
              </a:spcAft>
              <a:buClr>
                <a:schemeClr val="dk1"/>
              </a:buClr>
              <a:buSzPts val="6400"/>
              <a:buNone/>
              <a:defRPr sz="6400"/>
            </a:lvl5pPr>
            <a:lvl6pPr lvl="5" algn="ctr">
              <a:lnSpc>
                <a:spcPct val="90000"/>
              </a:lnSpc>
              <a:spcBef>
                <a:spcPts val="2000"/>
              </a:spcBef>
              <a:spcAft>
                <a:spcPts val="0"/>
              </a:spcAft>
              <a:buClr>
                <a:schemeClr val="dk1"/>
              </a:buClr>
              <a:buSzPts val="6400"/>
              <a:buNone/>
              <a:defRPr sz="6400"/>
            </a:lvl6pPr>
            <a:lvl7pPr lvl="6" algn="ctr">
              <a:lnSpc>
                <a:spcPct val="90000"/>
              </a:lnSpc>
              <a:spcBef>
                <a:spcPts val="2000"/>
              </a:spcBef>
              <a:spcAft>
                <a:spcPts val="0"/>
              </a:spcAft>
              <a:buClr>
                <a:schemeClr val="dk1"/>
              </a:buClr>
              <a:buSzPts val="6400"/>
              <a:buNone/>
              <a:defRPr sz="6400"/>
            </a:lvl7pPr>
            <a:lvl8pPr lvl="7" algn="ctr">
              <a:lnSpc>
                <a:spcPct val="90000"/>
              </a:lnSpc>
              <a:spcBef>
                <a:spcPts val="2000"/>
              </a:spcBef>
              <a:spcAft>
                <a:spcPts val="0"/>
              </a:spcAft>
              <a:buClr>
                <a:schemeClr val="dk1"/>
              </a:buClr>
              <a:buSzPts val="6400"/>
              <a:buNone/>
              <a:defRPr sz="6400"/>
            </a:lvl8pPr>
            <a:lvl9pPr lvl="8" algn="ctr">
              <a:lnSpc>
                <a:spcPct val="90000"/>
              </a:lnSpc>
              <a:spcBef>
                <a:spcPts val="2000"/>
              </a:spcBef>
              <a:spcAft>
                <a:spcPts val="0"/>
              </a:spcAft>
              <a:buClr>
                <a:schemeClr val="dk1"/>
              </a:buClr>
              <a:buSzPts val="6400"/>
              <a:buNone/>
              <a:defRPr sz="6400"/>
            </a:lvl9pPr>
          </a:lstStyle>
          <a:p>
            <a:endParaRPr/>
          </a:p>
        </p:txBody>
      </p:sp>
      <p:sp>
        <p:nvSpPr>
          <p:cNvPr id="14" name="Google Shape;14;p3"/>
          <p:cNvSpPr txBox="1">
            <a:spLocks noGrp="1"/>
          </p:cNvSpPr>
          <p:nvPr>
            <p:ph type="dt" idx="10"/>
          </p:nvPr>
        </p:nvSpPr>
        <p:spPr>
          <a:xfrm>
            <a:off x="2514600" y="25425406"/>
            <a:ext cx="8229600" cy="1460400"/>
          </a:xfrm>
          <a:prstGeom prst="rect">
            <a:avLst/>
          </a:prstGeom>
          <a:noFill/>
          <a:ln>
            <a:noFill/>
          </a:ln>
        </p:spPr>
        <p:txBody>
          <a:bodyPr spcFirstLastPara="1" wrap="square" lIns="76200" tIns="38075" rIns="76200" bIns="38075" anchor="ctr" anchorCtr="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a:endParaRPr/>
          </a:p>
        </p:txBody>
      </p:sp>
      <p:sp>
        <p:nvSpPr>
          <p:cNvPr id="15" name="Google Shape;15;p3"/>
          <p:cNvSpPr txBox="1">
            <a:spLocks noGrp="1"/>
          </p:cNvSpPr>
          <p:nvPr>
            <p:ph type="ftr" idx="11"/>
          </p:nvPr>
        </p:nvSpPr>
        <p:spPr>
          <a:xfrm>
            <a:off x="12115800" y="25425406"/>
            <a:ext cx="12344400" cy="1460400"/>
          </a:xfrm>
          <a:prstGeom prst="rect">
            <a:avLst/>
          </a:prstGeom>
          <a:noFill/>
          <a:ln>
            <a:noFill/>
          </a:ln>
        </p:spPr>
        <p:txBody>
          <a:bodyPr spcFirstLastPara="1" wrap="square" lIns="76200" tIns="38075" rIns="76200" bIns="38075" anchor="ctr" anchorCtr="0">
            <a:noAutofit/>
          </a:bodyPr>
          <a:lstStyle>
            <a:lvl1pPr lvl="0" algn="ctr">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a:endParaRPr/>
          </a:p>
        </p:txBody>
      </p:sp>
      <p:sp>
        <p:nvSpPr>
          <p:cNvPr id="16" name="Google Shape;16;p3"/>
          <p:cNvSpPr txBox="1">
            <a:spLocks noGrp="1"/>
          </p:cNvSpPr>
          <p:nvPr>
            <p:ph type="sldNum" idx="12"/>
          </p:nvPr>
        </p:nvSpPr>
        <p:spPr>
          <a:xfrm>
            <a:off x="25831800" y="25425406"/>
            <a:ext cx="8229600" cy="1460400"/>
          </a:xfrm>
          <a:prstGeom prst="rect">
            <a:avLst/>
          </a:prstGeom>
          <a:noFill/>
          <a:ln>
            <a:noFill/>
          </a:ln>
        </p:spPr>
        <p:txBody>
          <a:bodyPr spcFirstLastPara="1" wrap="square" lIns="76200" tIns="38075" rIns="76200" bIns="380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2514600" y="1460506"/>
            <a:ext cx="31546800" cy="5302200"/>
          </a:xfrm>
          <a:prstGeom prst="rect">
            <a:avLst/>
          </a:prstGeom>
          <a:noFill/>
          <a:ln>
            <a:noFill/>
          </a:ln>
        </p:spPr>
        <p:txBody>
          <a:bodyPr spcFirstLastPara="1" wrap="square" lIns="76200" tIns="38075" rIns="76200" bIns="38075" anchor="ctr" anchorCtr="0">
            <a:normAutofit/>
          </a:bodyPr>
          <a:lstStyle>
            <a:lvl1pPr lvl="0" algn="l">
              <a:lnSpc>
                <a:spcPct val="90000"/>
              </a:lnSpc>
              <a:spcBef>
                <a:spcPts val="0"/>
              </a:spcBef>
              <a:spcAft>
                <a:spcPts val="0"/>
              </a:spcAft>
              <a:buClr>
                <a:schemeClr val="dk1"/>
              </a:buClr>
              <a:buSzPts val="15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19" name="Google Shape;19;p4"/>
          <p:cNvSpPr txBox="1">
            <a:spLocks noGrp="1"/>
          </p:cNvSpPr>
          <p:nvPr>
            <p:ph type="body" idx="1"/>
          </p:nvPr>
        </p:nvSpPr>
        <p:spPr>
          <a:xfrm>
            <a:off x="2514600" y="7302500"/>
            <a:ext cx="31546800" cy="17405400"/>
          </a:xfrm>
          <a:prstGeom prst="rect">
            <a:avLst/>
          </a:prstGeom>
          <a:noFill/>
          <a:ln>
            <a:noFill/>
          </a:ln>
        </p:spPr>
        <p:txBody>
          <a:bodyPr spcFirstLastPara="1" wrap="square" lIns="76200" tIns="38075" rIns="76200" bIns="38075" anchor="t" anchorCtr="0">
            <a:normAutofit/>
          </a:bodyPr>
          <a:lstStyle>
            <a:lvl1pPr marL="457200" lvl="0" indent="-323850" algn="l">
              <a:lnSpc>
                <a:spcPct val="90000"/>
              </a:lnSpc>
              <a:spcBef>
                <a:spcPts val="4000"/>
              </a:spcBef>
              <a:spcAft>
                <a:spcPts val="0"/>
              </a:spcAft>
              <a:buClr>
                <a:schemeClr val="dk1"/>
              </a:buClr>
              <a:buSzPts val="1500"/>
              <a:buChar char="•"/>
              <a:defRPr/>
            </a:lvl1pPr>
            <a:lvl2pPr marL="914400" lvl="1" indent="-323850" algn="l">
              <a:lnSpc>
                <a:spcPct val="90000"/>
              </a:lnSpc>
              <a:spcBef>
                <a:spcPts val="2000"/>
              </a:spcBef>
              <a:spcAft>
                <a:spcPts val="0"/>
              </a:spcAft>
              <a:buClr>
                <a:schemeClr val="dk1"/>
              </a:buClr>
              <a:buSzPts val="1500"/>
              <a:buChar char="•"/>
              <a:defRPr/>
            </a:lvl2pPr>
            <a:lvl3pPr marL="1371600" lvl="2" indent="-323850" algn="l">
              <a:lnSpc>
                <a:spcPct val="90000"/>
              </a:lnSpc>
              <a:spcBef>
                <a:spcPts val="2000"/>
              </a:spcBef>
              <a:spcAft>
                <a:spcPts val="0"/>
              </a:spcAft>
              <a:buClr>
                <a:schemeClr val="dk1"/>
              </a:buClr>
              <a:buSzPts val="1500"/>
              <a:buChar char="•"/>
              <a:defRPr/>
            </a:lvl3pPr>
            <a:lvl4pPr marL="1828800" lvl="3" indent="-323850" algn="l">
              <a:lnSpc>
                <a:spcPct val="90000"/>
              </a:lnSpc>
              <a:spcBef>
                <a:spcPts val="2000"/>
              </a:spcBef>
              <a:spcAft>
                <a:spcPts val="0"/>
              </a:spcAft>
              <a:buClr>
                <a:schemeClr val="dk1"/>
              </a:buClr>
              <a:buSzPts val="1500"/>
              <a:buChar char="•"/>
              <a:defRPr/>
            </a:lvl4pPr>
            <a:lvl5pPr marL="2286000" lvl="4" indent="-323850" algn="l">
              <a:lnSpc>
                <a:spcPct val="90000"/>
              </a:lnSpc>
              <a:spcBef>
                <a:spcPts val="2000"/>
              </a:spcBef>
              <a:spcAft>
                <a:spcPts val="0"/>
              </a:spcAft>
              <a:buClr>
                <a:schemeClr val="dk1"/>
              </a:buClr>
              <a:buSzPts val="1500"/>
              <a:buChar char="•"/>
              <a:defRPr/>
            </a:lvl5pPr>
            <a:lvl6pPr marL="2743200" lvl="5" indent="-323850" algn="l">
              <a:lnSpc>
                <a:spcPct val="90000"/>
              </a:lnSpc>
              <a:spcBef>
                <a:spcPts val="2000"/>
              </a:spcBef>
              <a:spcAft>
                <a:spcPts val="0"/>
              </a:spcAft>
              <a:buClr>
                <a:schemeClr val="dk1"/>
              </a:buClr>
              <a:buSzPts val="1500"/>
              <a:buChar char="•"/>
              <a:defRPr/>
            </a:lvl6pPr>
            <a:lvl7pPr marL="3200400" lvl="6" indent="-323850" algn="l">
              <a:lnSpc>
                <a:spcPct val="90000"/>
              </a:lnSpc>
              <a:spcBef>
                <a:spcPts val="2000"/>
              </a:spcBef>
              <a:spcAft>
                <a:spcPts val="0"/>
              </a:spcAft>
              <a:buClr>
                <a:schemeClr val="dk1"/>
              </a:buClr>
              <a:buSzPts val="1500"/>
              <a:buChar char="•"/>
              <a:defRPr/>
            </a:lvl7pPr>
            <a:lvl8pPr marL="3657600" lvl="7" indent="-323850" algn="l">
              <a:lnSpc>
                <a:spcPct val="90000"/>
              </a:lnSpc>
              <a:spcBef>
                <a:spcPts val="2000"/>
              </a:spcBef>
              <a:spcAft>
                <a:spcPts val="0"/>
              </a:spcAft>
              <a:buClr>
                <a:schemeClr val="dk1"/>
              </a:buClr>
              <a:buSzPts val="1500"/>
              <a:buChar char="•"/>
              <a:defRPr/>
            </a:lvl8pPr>
            <a:lvl9pPr marL="4114800" lvl="8" indent="-323850" algn="l">
              <a:lnSpc>
                <a:spcPct val="90000"/>
              </a:lnSpc>
              <a:spcBef>
                <a:spcPts val="2000"/>
              </a:spcBef>
              <a:spcAft>
                <a:spcPts val="0"/>
              </a:spcAft>
              <a:buClr>
                <a:schemeClr val="dk1"/>
              </a:buClr>
              <a:buSzPts val="1500"/>
              <a:buChar char="•"/>
              <a:defRPr/>
            </a:lvl9pPr>
          </a:lstStyle>
          <a:p>
            <a:endParaRPr/>
          </a:p>
        </p:txBody>
      </p:sp>
      <p:sp>
        <p:nvSpPr>
          <p:cNvPr id="20" name="Google Shape;20;p4"/>
          <p:cNvSpPr txBox="1">
            <a:spLocks noGrp="1"/>
          </p:cNvSpPr>
          <p:nvPr>
            <p:ph type="dt" idx="10"/>
          </p:nvPr>
        </p:nvSpPr>
        <p:spPr>
          <a:xfrm>
            <a:off x="2514600" y="25425406"/>
            <a:ext cx="8229600" cy="1460400"/>
          </a:xfrm>
          <a:prstGeom prst="rect">
            <a:avLst/>
          </a:prstGeom>
          <a:noFill/>
          <a:ln>
            <a:noFill/>
          </a:ln>
        </p:spPr>
        <p:txBody>
          <a:bodyPr spcFirstLastPara="1" wrap="square" lIns="76200" tIns="38075" rIns="76200" bIns="38075" anchor="ctr" anchorCtr="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a:endParaRPr/>
          </a:p>
        </p:txBody>
      </p:sp>
      <p:sp>
        <p:nvSpPr>
          <p:cNvPr id="21" name="Google Shape;21;p4"/>
          <p:cNvSpPr txBox="1">
            <a:spLocks noGrp="1"/>
          </p:cNvSpPr>
          <p:nvPr>
            <p:ph type="ftr" idx="11"/>
          </p:nvPr>
        </p:nvSpPr>
        <p:spPr>
          <a:xfrm>
            <a:off x="12115800" y="25425406"/>
            <a:ext cx="12344400" cy="1460400"/>
          </a:xfrm>
          <a:prstGeom prst="rect">
            <a:avLst/>
          </a:prstGeom>
          <a:noFill/>
          <a:ln>
            <a:noFill/>
          </a:ln>
        </p:spPr>
        <p:txBody>
          <a:bodyPr spcFirstLastPara="1" wrap="square" lIns="76200" tIns="38075" rIns="76200" bIns="38075" anchor="ctr" anchorCtr="0">
            <a:noAutofit/>
          </a:bodyPr>
          <a:lstStyle>
            <a:lvl1pPr lvl="0" algn="ctr">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a:endParaRPr/>
          </a:p>
        </p:txBody>
      </p:sp>
      <p:sp>
        <p:nvSpPr>
          <p:cNvPr id="22" name="Google Shape;22;p4"/>
          <p:cNvSpPr txBox="1">
            <a:spLocks noGrp="1"/>
          </p:cNvSpPr>
          <p:nvPr>
            <p:ph type="sldNum" idx="12"/>
          </p:nvPr>
        </p:nvSpPr>
        <p:spPr>
          <a:xfrm>
            <a:off x="25831800" y="25425406"/>
            <a:ext cx="8229600" cy="1460400"/>
          </a:xfrm>
          <a:prstGeom prst="rect">
            <a:avLst/>
          </a:prstGeom>
          <a:noFill/>
          <a:ln>
            <a:noFill/>
          </a:ln>
        </p:spPr>
        <p:txBody>
          <a:bodyPr spcFirstLastPara="1" wrap="square" lIns="76200" tIns="38075" rIns="76200" bIns="380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2495552" y="6838957"/>
            <a:ext cx="31546800" cy="11410800"/>
          </a:xfrm>
          <a:prstGeom prst="rect">
            <a:avLst/>
          </a:prstGeom>
          <a:noFill/>
          <a:ln>
            <a:noFill/>
          </a:ln>
        </p:spPr>
        <p:txBody>
          <a:bodyPr spcFirstLastPara="1" wrap="square" lIns="76200" tIns="38075" rIns="76200" bIns="38075" anchor="b" anchorCtr="0">
            <a:normAutofit/>
          </a:bodyPr>
          <a:lstStyle>
            <a:lvl1pPr lvl="0" algn="l">
              <a:lnSpc>
                <a:spcPct val="90000"/>
              </a:lnSpc>
              <a:spcBef>
                <a:spcPts val="0"/>
              </a:spcBef>
              <a:spcAft>
                <a:spcPts val="0"/>
              </a:spcAft>
              <a:buClr>
                <a:schemeClr val="dk1"/>
              </a:buClr>
              <a:buSzPts val="24000"/>
              <a:buFont typeface="Calibri"/>
              <a:buNone/>
              <a:defRPr sz="24000"/>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25" name="Google Shape;25;p5"/>
          <p:cNvSpPr txBox="1">
            <a:spLocks noGrp="1"/>
          </p:cNvSpPr>
          <p:nvPr>
            <p:ph type="body" idx="1"/>
          </p:nvPr>
        </p:nvSpPr>
        <p:spPr>
          <a:xfrm>
            <a:off x="2495552" y="18357858"/>
            <a:ext cx="31546800" cy="6000600"/>
          </a:xfrm>
          <a:prstGeom prst="rect">
            <a:avLst/>
          </a:prstGeom>
          <a:noFill/>
          <a:ln>
            <a:noFill/>
          </a:ln>
        </p:spPr>
        <p:txBody>
          <a:bodyPr spcFirstLastPara="1" wrap="square" lIns="76200" tIns="38075" rIns="76200" bIns="38075" anchor="t" anchorCtr="0">
            <a:normAutofit/>
          </a:bodyPr>
          <a:lstStyle>
            <a:lvl1pPr marL="457200" lvl="0" indent="-228600" algn="l">
              <a:lnSpc>
                <a:spcPct val="90000"/>
              </a:lnSpc>
              <a:spcBef>
                <a:spcPts val="4000"/>
              </a:spcBef>
              <a:spcAft>
                <a:spcPts val="0"/>
              </a:spcAft>
              <a:buClr>
                <a:schemeClr val="dk1"/>
              </a:buClr>
              <a:buSzPts val="9600"/>
              <a:buNone/>
              <a:defRPr sz="9600">
                <a:solidFill>
                  <a:schemeClr val="dk1"/>
                </a:solidFill>
              </a:defRPr>
            </a:lvl1pPr>
            <a:lvl2pPr marL="914400" lvl="1" indent="-228600" algn="l">
              <a:lnSpc>
                <a:spcPct val="90000"/>
              </a:lnSpc>
              <a:spcBef>
                <a:spcPts val="2000"/>
              </a:spcBef>
              <a:spcAft>
                <a:spcPts val="0"/>
              </a:spcAft>
              <a:buClr>
                <a:srgbClr val="888888"/>
              </a:buClr>
              <a:buSzPts val="8000"/>
              <a:buNone/>
              <a:defRPr sz="8000">
                <a:solidFill>
                  <a:srgbClr val="888888"/>
                </a:solidFill>
              </a:defRPr>
            </a:lvl2pPr>
            <a:lvl3pPr marL="1371600" lvl="2" indent="-228600" algn="l">
              <a:lnSpc>
                <a:spcPct val="90000"/>
              </a:lnSpc>
              <a:spcBef>
                <a:spcPts val="2000"/>
              </a:spcBef>
              <a:spcAft>
                <a:spcPts val="0"/>
              </a:spcAft>
              <a:buClr>
                <a:srgbClr val="888888"/>
              </a:buClr>
              <a:buSzPts val="7200"/>
              <a:buNone/>
              <a:defRPr sz="7200">
                <a:solidFill>
                  <a:srgbClr val="888888"/>
                </a:solidFill>
              </a:defRPr>
            </a:lvl3pPr>
            <a:lvl4pPr marL="1828800" lvl="3" indent="-228600" algn="l">
              <a:lnSpc>
                <a:spcPct val="90000"/>
              </a:lnSpc>
              <a:spcBef>
                <a:spcPts val="2000"/>
              </a:spcBef>
              <a:spcAft>
                <a:spcPts val="0"/>
              </a:spcAft>
              <a:buClr>
                <a:srgbClr val="888888"/>
              </a:buClr>
              <a:buSzPts val="6400"/>
              <a:buNone/>
              <a:defRPr sz="6400">
                <a:solidFill>
                  <a:srgbClr val="888888"/>
                </a:solidFill>
              </a:defRPr>
            </a:lvl4pPr>
            <a:lvl5pPr marL="2286000" lvl="4" indent="-228600" algn="l">
              <a:lnSpc>
                <a:spcPct val="90000"/>
              </a:lnSpc>
              <a:spcBef>
                <a:spcPts val="2000"/>
              </a:spcBef>
              <a:spcAft>
                <a:spcPts val="0"/>
              </a:spcAft>
              <a:buClr>
                <a:srgbClr val="888888"/>
              </a:buClr>
              <a:buSzPts val="6400"/>
              <a:buNone/>
              <a:defRPr sz="6400">
                <a:solidFill>
                  <a:srgbClr val="888888"/>
                </a:solidFill>
              </a:defRPr>
            </a:lvl5pPr>
            <a:lvl6pPr marL="2743200" lvl="5" indent="-228600" algn="l">
              <a:lnSpc>
                <a:spcPct val="90000"/>
              </a:lnSpc>
              <a:spcBef>
                <a:spcPts val="2000"/>
              </a:spcBef>
              <a:spcAft>
                <a:spcPts val="0"/>
              </a:spcAft>
              <a:buClr>
                <a:srgbClr val="888888"/>
              </a:buClr>
              <a:buSzPts val="6400"/>
              <a:buNone/>
              <a:defRPr sz="6400">
                <a:solidFill>
                  <a:srgbClr val="888888"/>
                </a:solidFill>
              </a:defRPr>
            </a:lvl6pPr>
            <a:lvl7pPr marL="3200400" lvl="6" indent="-228600" algn="l">
              <a:lnSpc>
                <a:spcPct val="90000"/>
              </a:lnSpc>
              <a:spcBef>
                <a:spcPts val="2000"/>
              </a:spcBef>
              <a:spcAft>
                <a:spcPts val="0"/>
              </a:spcAft>
              <a:buClr>
                <a:srgbClr val="888888"/>
              </a:buClr>
              <a:buSzPts val="6400"/>
              <a:buNone/>
              <a:defRPr sz="6400">
                <a:solidFill>
                  <a:srgbClr val="888888"/>
                </a:solidFill>
              </a:defRPr>
            </a:lvl7pPr>
            <a:lvl8pPr marL="3657600" lvl="7" indent="-228600" algn="l">
              <a:lnSpc>
                <a:spcPct val="90000"/>
              </a:lnSpc>
              <a:spcBef>
                <a:spcPts val="2000"/>
              </a:spcBef>
              <a:spcAft>
                <a:spcPts val="0"/>
              </a:spcAft>
              <a:buClr>
                <a:srgbClr val="888888"/>
              </a:buClr>
              <a:buSzPts val="6400"/>
              <a:buNone/>
              <a:defRPr sz="6400">
                <a:solidFill>
                  <a:srgbClr val="888888"/>
                </a:solidFill>
              </a:defRPr>
            </a:lvl8pPr>
            <a:lvl9pPr marL="4114800" lvl="8" indent="-228600" algn="l">
              <a:lnSpc>
                <a:spcPct val="90000"/>
              </a:lnSpc>
              <a:spcBef>
                <a:spcPts val="2000"/>
              </a:spcBef>
              <a:spcAft>
                <a:spcPts val="0"/>
              </a:spcAft>
              <a:buClr>
                <a:srgbClr val="888888"/>
              </a:buClr>
              <a:buSzPts val="6400"/>
              <a:buNone/>
              <a:defRPr sz="6400">
                <a:solidFill>
                  <a:srgbClr val="888888"/>
                </a:solidFill>
              </a:defRPr>
            </a:lvl9pPr>
          </a:lstStyle>
          <a:p>
            <a:endParaRPr/>
          </a:p>
        </p:txBody>
      </p:sp>
      <p:sp>
        <p:nvSpPr>
          <p:cNvPr id="26" name="Google Shape;26;p5"/>
          <p:cNvSpPr txBox="1">
            <a:spLocks noGrp="1"/>
          </p:cNvSpPr>
          <p:nvPr>
            <p:ph type="dt" idx="10"/>
          </p:nvPr>
        </p:nvSpPr>
        <p:spPr>
          <a:xfrm>
            <a:off x="2514600" y="25425406"/>
            <a:ext cx="8229600" cy="1460400"/>
          </a:xfrm>
          <a:prstGeom prst="rect">
            <a:avLst/>
          </a:prstGeom>
          <a:noFill/>
          <a:ln>
            <a:noFill/>
          </a:ln>
        </p:spPr>
        <p:txBody>
          <a:bodyPr spcFirstLastPara="1" wrap="square" lIns="76200" tIns="38075" rIns="76200" bIns="38075" anchor="ctr" anchorCtr="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a:endParaRPr/>
          </a:p>
        </p:txBody>
      </p:sp>
      <p:sp>
        <p:nvSpPr>
          <p:cNvPr id="27" name="Google Shape;27;p5"/>
          <p:cNvSpPr txBox="1">
            <a:spLocks noGrp="1"/>
          </p:cNvSpPr>
          <p:nvPr>
            <p:ph type="ftr" idx="11"/>
          </p:nvPr>
        </p:nvSpPr>
        <p:spPr>
          <a:xfrm>
            <a:off x="12115800" y="25425406"/>
            <a:ext cx="12344400" cy="1460400"/>
          </a:xfrm>
          <a:prstGeom prst="rect">
            <a:avLst/>
          </a:prstGeom>
          <a:noFill/>
          <a:ln>
            <a:noFill/>
          </a:ln>
        </p:spPr>
        <p:txBody>
          <a:bodyPr spcFirstLastPara="1" wrap="square" lIns="76200" tIns="38075" rIns="76200" bIns="38075" anchor="ctr" anchorCtr="0">
            <a:noAutofit/>
          </a:bodyPr>
          <a:lstStyle>
            <a:lvl1pPr lvl="0" algn="ctr">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a:endParaRPr/>
          </a:p>
        </p:txBody>
      </p:sp>
      <p:sp>
        <p:nvSpPr>
          <p:cNvPr id="28" name="Google Shape;28;p5"/>
          <p:cNvSpPr txBox="1">
            <a:spLocks noGrp="1"/>
          </p:cNvSpPr>
          <p:nvPr>
            <p:ph type="sldNum" idx="12"/>
          </p:nvPr>
        </p:nvSpPr>
        <p:spPr>
          <a:xfrm>
            <a:off x="25831800" y="25425406"/>
            <a:ext cx="8229600" cy="1460400"/>
          </a:xfrm>
          <a:prstGeom prst="rect">
            <a:avLst/>
          </a:prstGeom>
          <a:noFill/>
          <a:ln>
            <a:noFill/>
          </a:ln>
        </p:spPr>
        <p:txBody>
          <a:bodyPr spcFirstLastPara="1" wrap="square" lIns="76200" tIns="38075" rIns="76200" bIns="380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2514600" y="1460506"/>
            <a:ext cx="31546800" cy="5302200"/>
          </a:xfrm>
          <a:prstGeom prst="rect">
            <a:avLst/>
          </a:prstGeom>
          <a:noFill/>
          <a:ln>
            <a:noFill/>
          </a:ln>
        </p:spPr>
        <p:txBody>
          <a:bodyPr spcFirstLastPara="1" wrap="square" lIns="76200" tIns="38075" rIns="76200" bIns="38075" anchor="ctr" anchorCtr="0">
            <a:normAutofit/>
          </a:bodyPr>
          <a:lstStyle>
            <a:lvl1pPr lvl="0" algn="l">
              <a:lnSpc>
                <a:spcPct val="90000"/>
              </a:lnSpc>
              <a:spcBef>
                <a:spcPts val="0"/>
              </a:spcBef>
              <a:spcAft>
                <a:spcPts val="0"/>
              </a:spcAft>
              <a:buClr>
                <a:schemeClr val="dk1"/>
              </a:buClr>
              <a:buSzPts val="15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31" name="Google Shape;31;p6"/>
          <p:cNvSpPr txBox="1">
            <a:spLocks noGrp="1"/>
          </p:cNvSpPr>
          <p:nvPr>
            <p:ph type="body" idx="1"/>
          </p:nvPr>
        </p:nvSpPr>
        <p:spPr>
          <a:xfrm>
            <a:off x="2514600" y="7302500"/>
            <a:ext cx="15544800" cy="17405400"/>
          </a:xfrm>
          <a:prstGeom prst="rect">
            <a:avLst/>
          </a:prstGeom>
          <a:noFill/>
          <a:ln>
            <a:noFill/>
          </a:ln>
        </p:spPr>
        <p:txBody>
          <a:bodyPr spcFirstLastPara="1" wrap="square" lIns="76200" tIns="38075" rIns="76200" bIns="38075" anchor="t" anchorCtr="0">
            <a:normAutofit/>
          </a:bodyPr>
          <a:lstStyle>
            <a:lvl1pPr marL="457200" lvl="0" indent="-323850" algn="l">
              <a:lnSpc>
                <a:spcPct val="90000"/>
              </a:lnSpc>
              <a:spcBef>
                <a:spcPts val="4000"/>
              </a:spcBef>
              <a:spcAft>
                <a:spcPts val="0"/>
              </a:spcAft>
              <a:buClr>
                <a:schemeClr val="dk1"/>
              </a:buClr>
              <a:buSzPts val="1500"/>
              <a:buChar char="•"/>
              <a:defRPr/>
            </a:lvl1pPr>
            <a:lvl2pPr marL="914400" lvl="1" indent="-323850" algn="l">
              <a:lnSpc>
                <a:spcPct val="90000"/>
              </a:lnSpc>
              <a:spcBef>
                <a:spcPts val="2000"/>
              </a:spcBef>
              <a:spcAft>
                <a:spcPts val="0"/>
              </a:spcAft>
              <a:buClr>
                <a:schemeClr val="dk1"/>
              </a:buClr>
              <a:buSzPts val="1500"/>
              <a:buChar char="•"/>
              <a:defRPr/>
            </a:lvl2pPr>
            <a:lvl3pPr marL="1371600" lvl="2" indent="-323850" algn="l">
              <a:lnSpc>
                <a:spcPct val="90000"/>
              </a:lnSpc>
              <a:spcBef>
                <a:spcPts val="2000"/>
              </a:spcBef>
              <a:spcAft>
                <a:spcPts val="0"/>
              </a:spcAft>
              <a:buClr>
                <a:schemeClr val="dk1"/>
              </a:buClr>
              <a:buSzPts val="1500"/>
              <a:buChar char="•"/>
              <a:defRPr/>
            </a:lvl3pPr>
            <a:lvl4pPr marL="1828800" lvl="3" indent="-323850" algn="l">
              <a:lnSpc>
                <a:spcPct val="90000"/>
              </a:lnSpc>
              <a:spcBef>
                <a:spcPts val="2000"/>
              </a:spcBef>
              <a:spcAft>
                <a:spcPts val="0"/>
              </a:spcAft>
              <a:buClr>
                <a:schemeClr val="dk1"/>
              </a:buClr>
              <a:buSzPts val="1500"/>
              <a:buChar char="•"/>
              <a:defRPr/>
            </a:lvl4pPr>
            <a:lvl5pPr marL="2286000" lvl="4" indent="-323850" algn="l">
              <a:lnSpc>
                <a:spcPct val="90000"/>
              </a:lnSpc>
              <a:spcBef>
                <a:spcPts val="2000"/>
              </a:spcBef>
              <a:spcAft>
                <a:spcPts val="0"/>
              </a:spcAft>
              <a:buClr>
                <a:schemeClr val="dk1"/>
              </a:buClr>
              <a:buSzPts val="1500"/>
              <a:buChar char="•"/>
              <a:defRPr/>
            </a:lvl5pPr>
            <a:lvl6pPr marL="2743200" lvl="5" indent="-323850" algn="l">
              <a:lnSpc>
                <a:spcPct val="90000"/>
              </a:lnSpc>
              <a:spcBef>
                <a:spcPts val="2000"/>
              </a:spcBef>
              <a:spcAft>
                <a:spcPts val="0"/>
              </a:spcAft>
              <a:buClr>
                <a:schemeClr val="dk1"/>
              </a:buClr>
              <a:buSzPts val="1500"/>
              <a:buChar char="•"/>
              <a:defRPr/>
            </a:lvl6pPr>
            <a:lvl7pPr marL="3200400" lvl="6" indent="-323850" algn="l">
              <a:lnSpc>
                <a:spcPct val="90000"/>
              </a:lnSpc>
              <a:spcBef>
                <a:spcPts val="2000"/>
              </a:spcBef>
              <a:spcAft>
                <a:spcPts val="0"/>
              </a:spcAft>
              <a:buClr>
                <a:schemeClr val="dk1"/>
              </a:buClr>
              <a:buSzPts val="1500"/>
              <a:buChar char="•"/>
              <a:defRPr/>
            </a:lvl7pPr>
            <a:lvl8pPr marL="3657600" lvl="7" indent="-323850" algn="l">
              <a:lnSpc>
                <a:spcPct val="90000"/>
              </a:lnSpc>
              <a:spcBef>
                <a:spcPts val="2000"/>
              </a:spcBef>
              <a:spcAft>
                <a:spcPts val="0"/>
              </a:spcAft>
              <a:buClr>
                <a:schemeClr val="dk1"/>
              </a:buClr>
              <a:buSzPts val="1500"/>
              <a:buChar char="•"/>
              <a:defRPr/>
            </a:lvl8pPr>
            <a:lvl9pPr marL="4114800" lvl="8" indent="-323850" algn="l">
              <a:lnSpc>
                <a:spcPct val="90000"/>
              </a:lnSpc>
              <a:spcBef>
                <a:spcPts val="2000"/>
              </a:spcBef>
              <a:spcAft>
                <a:spcPts val="0"/>
              </a:spcAft>
              <a:buClr>
                <a:schemeClr val="dk1"/>
              </a:buClr>
              <a:buSzPts val="1500"/>
              <a:buChar char="•"/>
              <a:defRPr/>
            </a:lvl9pPr>
          </a:lstStyle>
          <a:p>
            <a:endParaRPr/>
          </a:p>
        </p:txBody>
      </p:sp>
      <p:sp>
        <p:nvSpPr>
          <p:cNvPr id="32" name="Google Shape;32;p6"/>
          <p:cNvSpPr txBox="1">
            <a:spLocks noGrp="1"/>
          </p:cNvSpPr>
          <p:nvPr>
            <p:ph type="body" idx="2"/>
          </p:nvPr>
        </p:nvSpPr>
        <p:spPr>
          <a:xfrm>
            <a:off x="18516600" y="7302500"/>
            <a:ext cx="15544800" cy="17405400"/>
          </a:xfrm>
          <a:prstGeom prst="rect">
            <a:avLst/>
          </a:prstGeom>
          <a:noFill/>
          <a:ln>
            <a:noFill/>
          </a:ln>
        </p:spPr>
        <p:txBody>
          <a:bodyPr spcFirstLastPara="1" wrap="square" lIns="76200" tIns="38075" rIns="76200" bIns="38075" anchor="t" anchorCtr="0">
            <a:normAutofit/>
          </a:bodyPr>
          <a:lstStyle>
            <a:lvl1pPr marL="457200" lvl="0" indent="-323850" algn="l">
              <a:lnSpc>
                <a:spcPct val="90000"/>
              </a:lnSpc>
              <a:spcBef>
                <a:spcPts val="4000"/>
              </a:spcBef>
              <a:spcAft>
                <a:spcPts val="0"/>
              </a:spcAft>
              <a:buClr>
                <a:schemeClr val="dk1"/>
              </a:buClr>
              <a:buSzPts val="1500"/>
              <a:buChar char="•"/>
              <a:defRPr/>
            </a:lvl1pPr>
            <a:lvl2pPr marL="914400" lvl="1" indent="-323850" algn="l">
              <a:lnSpc>
                <a:spcPct val="90000"/>
              </a:lnSpc>
              <a:spcBef>
                <a:spcPts val="2000"/>
              </a:spcBef>
              <a:spcAft>
                <a:spcPts val="0"/>
              </a:spcAft>
              <a:buClr>
                <a:schemeClr val="dk1"/>
              </a:buClr>
              <a:buSzPts val="1500"/>
              <a:buChar char="•"/>
              <a:defRPr/>
            </a:lvl2pPr>
            <a:lvl3pPr marL="1371600" lvl="2" indent="-323850" algn="l">
              <a:lnSpc>
                <a:spcPct val="90000"/>
              </a:lnSpc>
              <a:spcBef>
                <a:spcPts val="2000"/>
              </a:spcBef>
              <a:spcAft>
                <a:spcPts val="0"/>
              </a:spcAft>
              <a:buClr>
                <a:schemeClr val="dk1"/>
              </a:buClr>
              <a:buSzPts val="1500"/>
              <a:buChar char="•"/>
              <a:defRPr/>
            </a:lvl3pPr>
            <a:lvl4pPr marL="1828800" lvl="3" indent="-323850" algn="l">
              <a:lnSpc>
                <a:spcPct val="90000"/>
              </a:lnSpc>
              <a:spcBef>
                <a:spcPts val="2000"/>
              </a:spcBef>
              <a:spcAft>
                <a:spcPts val="0"/>
              </a:spcAft>
              <a:buClr>
                <a:schemeClr val="dk1"/>
              </a:buClr>
              <a:buSzPts val="1500"/>
              <a:buChar char="•"/>
              <a:defRPr/>
            </a:lvl4pPr>
            <a:lvl5pPr marL="2286000" lvl="4" indent="-323850" algn="l">
              <a:lnSpc>
                <a:spcPct val="90000"/>
              </a:lnSpc>
              <a:spcBef>
                <a:spcPts val="2000"/>
              </a:spcBef>
              <a:spcAft>
                <a:spcPts val="0"/>
              </a:spcAft>
              <a:buClr>
                <a:schemeClr val="dk1"/>
              </a:buClr>
              <a:buSzPts val="1500"/>
              <a:buChar char="•"/>
              <a:defRPr/>
            </a:lvl5pPr>
            <a:lvl6pPr marL="2743200" lvl="5" indent="-323850" algn="l">
              <a:lnSpc>
                <a:spcPct val="90000"/>
              </a:lnSpc>
              <a:spcBef>
                <a:spcPts val="2000"/>
              </a:spcBef>
              <a:spcAft>
                <a:spcPts val="0"/>
              </a:spcAft>
              <a:buClr>
                <a:schemeClr val="dk1"/>
              </a:buClr>
              <a:buSzPts val="1500"/>
              <a:buChar char="•"/>
              <a:defRPr/>
            </a:lvl6pPr>
            <a:lvl7pPr marL="3200400" lvl="6" indent="-323850" algn="l">
              <a:lnSpc>
                <a:spcPct val="90000"/>
              </a:lnSpc>
              <a:spcBef>
                <a:spcPts val="2000"/>
              </a:spcBef>
              <a:spcAft>
                <a:spcPts val="0"/>
              </a:spcAft>
              <a:buClr>
                <a:schemeClr val="dk1"/>
              </a:buClr>
              <a:buSzPts val="1500"/>
              <a:buChar char="•"/>
              <a:defRPr/>
            </a:lvl7pPr>
            <a:lvl8pPr marL="3657600" lvl="7" indent="-323850" algn="l">
              <a:lnSpc>
                <a:spcPct val="90000"/>
              </a:lnSpc>
              <a:spcBef>
                <a:spcPts val="2000"/>
              </a:spcBef>
              <a:spcAft>
                <a:spcPts val="0"/>
              </a:spcAft>
              <a:buClr>
                <a:schemeClr val="dk1"/>
              </a:buClr>
              <a:buSzPts val="1500"/>
              <a:buChar char="•"/>
              <a:defRPr/>
            </a:lvl8pPr>
            <a:lvl9pPr marL="4114800" lvl="8" indent="-323850" algn="l">
              <a:lnSpc>
                <a:spcPct val="90000"/>
              </a:lnSpc>
              <a:spcBef>
                <a:spcPts val="2000"/>
              </a:spcBef>
              <a:spcAft>
                <a:spcPts val="0"/>
              </a:spcAft>
              <a:buClr>
                <a:schemeClr val="dk1"/>
              </a:buClr>
              <a:buSzPts val="1500"/>
              <a:buChar char="•"/>
              <a:defRPr/>
            </a:lvl9pPr>
          </a:lstStyle>
          <a:p>
            <a:endParaRPr/>
          </a:p>
        </p:txBody>
      </p:sp>
      <p:sp>
        <p:nvSpPr>
          <p:cNvPr id="33" name="Google Shape;33;p6"/>
          <p:cNvSpPr txBox="1">
            <a:spLocks noGrp="1"/>
          </p:cNvSpPr>
          <p:nvPr>
            <p:ph type="dt" idx="10"/>
          </p:nvPr>
        </p:nvSpPr>
        <p:spPr>
          <a:xfrm>
            <a:off x="2514600" y="25425406"/>
            <a:ext cx="8229600" cy="1460400"/>
          </a:xfrm>
          <a:prstGeom prst="rect">
            <a:avLst/>
          </a:prstGeom>
          <a:noFill/>
          <a:ln>
            <a:noFill/>
          </a:ln>
        </p:spPr>
        <p:txBody>
          <a:bodyPr spcFirstLastPara="1" wrap="square" lIns="76200" tIns="38075" rIns="76200" bIns="38075" anchor="ctr" anchorCtr="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a:endParaRPr/>
          </a:p>
        </p:txBody>
      </p:sp>
      <p:sp>
        <p:nvSpPr>
          <p:cNvPr id="34" name="Google Shape;34;p6"/>
          <p:cNvSpPr txBox="1">
            <a:spLocks noGrp="1"/>
          </p:cNvSpPr>
          <p:nvPr>
            <p:ph type="ftr" idx="11"/>
          </p:nvPr>
        </p:nvSpPr>
        <p:spPr>
          <a:xfrm>
            <a:off x="12115800" y="25425406"/>
            <a:ext cx="12344400" cy="1460400"/>
          </a:xfrm>
          <a:prstGeom prst="rect">
            <a:avLst/>
          </a:prstGeom>
          <a:noFill/>
          <a:ln>
            <a:noFill/>
          </a:ln>
        </p:spPr>
        <p:txBody>
          <a:bodyPr spcFirstLastPara="1" wrap="square" lIns="76200" tIns="38075" rIns="76200" bIns="38075" anchor="ctr" anchorCtr="0">
            <a:noAutofit/>
          </a:bodyPr>
          <a:lstStyle>
            <a:lvl1pPr lvl="0" algn="ctr">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a:endParaRPr/>
          </a:p>
        </p:txBody>
      </p:sp>
      <p:sp>
        <p:nvSpPr>
          <p:cNvPr id="35" name="Google Shape;35;p6"/>
          <p:cNvSpPr txBox="1">
            <a:spLocks noGrp="1"/>
          </p:cNvSpPr>
          <p:nvPr>
            <p:ph type="sldNum" idx="12"/>
          </p:nvPr>
        </p:nvSpPr>
        <p:spPr>
          <a:xfrm>
            <a:off x="25831800" y="25425406"/>
            <a:ext cx="8229600" cy="1460400"/>
          </a:xfrm>
          <a:prstGeom prst="rect">
            <a:avLst/>
          </a:prstGeom>
          <a:noFill/>
          <a:ln>
            <a:noFill/>
          </a:ln>
        </p:spPr>
        <p:txBody>
          <a:bodyPr spcFirstLastPara="1" wrap="square" lIns="76200" tIns="38075" rIns="76200" bIns="380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2519364" y="1460506"/>
            <a:ext cx="31546800" cy="5302200"/>
          </a:xfrm>
          <a:prstGeom prst="rect">
            <a:avLst/>
          </a:prstGeom>
          <a:noFill/>
          <a:ln>
            <a:noFill/>
          </a:ln>
        </p:spPr>
        <p:txBody>
          <a:bodyPr spcFirstLastPara="1" wrap="square" lIns="76200" tIns="38075" rIns="76200" bIns="38075" anchor="ctr" anchorCtr="0">
            <a:normAutofit/>
          </a:bodyPr>
          <a:lstStyle>
            <a:lvl1pPr lvl="0" algn="l">
              <a:lnSpc>
                <a:spcPct val="90000"/>
              </a:lnSpc>
              <a:spcBef>
                <a:spcPts val="0"/>
              </a:spcBef>
              <a:spcAft>
                <a:spcPts val="0"/>
              </a:spcAft>
              <a:buClr>
                <a:schemeClr val="dk1"/>
              </a:buClr>
              <a:buSzPts val="15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38" name="Google Shape;38;p7"/>
          <p:cNvSpPr txBox="1">
            <a:spLocks noGrp="1"/>
          </p:cNvSpPr>
          <p:nvPr>
            <p:ph type="body" idx="1"/>
          </p:nvPr>
        </p:nvSpPr>
        <p:spPr>
          <a:xfrm>
            <a:off x="2519368" y="6724652"/>
            <a:ext cx="15473400" cy="3295500"/>
          </a:xfrm>
          <a:prstGeom prst="rect">
            <a:avLst/>
          </a:prstGeom>
          <a:noFill/>
          <a:ln>
            <a:noFill/>
          </a:ln>
        </p:spPr>
        <p:txBody>
          <a:bodyPr spcFirstLastPara="1" wrap="square" lIns="76200" tIns="38075" rIns="76200" bIns="38075" anchor="b" anchorCtr="0">
            <a:normAutofit/>
          </a:bodyPr>
          <a:lstStyle>
            <a:lvl1pPr marL="457200" lvl="0" indent="-228600" algn="l">
              <a:lnSpc>
                <a:spcPct val="90000"/>
              </a:lnSpc>
              <a:spcBef>
                <a:spcPts val="4000"/>
              </a:spcBef>
              <a:spcAft>
                <a:spcPts val="0"/>
              </a:spcAft>
              <a:buClr>
                <a:schemeClr val="dk1"/>
              </a:buClr>
              <a:buSzPts val="9600"/>
              <a:buNone/>
              <a:defRPr sz="9600" b="1"/>
            </a:lvl1pPr>
            <a:lvl2pPr marL="914400" lvl="1" indent="-228600" algn="l">
              <a:lnSpc>
                <a:spcPct val="90000"/>
              </a:lnSpc>
              <a:spcBef>
                <a:spcPts val="2000"/>
              </a:spcBef>
              <a:spcAft>
                <a:spcPts val="0"/>
              </a:spcAft>
              <a:buClr>
                <a:schemeClr val="dk1"/>
              </a:buClr>
              <a:buSzPts val="8000"/>
              <a:buNone/>
              <a:defRPr sz="8000" b="1"/>
            </a:lvl2pPr>
            <a:lvl3pPr marL="1371600" lvl="2" indent="-228600" algn="l">
              <a:lnSpc>
                <a:spcPct val="90000"/>
              </a:lnSpc>
              <a:spcBef>
                <a:spcPts val="2000"/>
              </a:spcBef>
              <a:spcAft>
                <a:spcPts val="0"/>
              </a:spcAft>
              <a:buClr>
                <a:schemeClr val="dk1"/>
              </a:buClr>
              <a:buSzPts val="7200"/>
              <a:buNone/>
              <a:defRPr sz="7200" b="1"/>
            </a:lvl3pPr>
            <a:lvl4pPr marL="1828800" lvl="3" indent="-228600" algn="l">
              <a:lnSpc>
                <a:spcPct val="90000"/>
              </a:lnSpc>
              <a:spcBef>
                <a:spcPts val="2000"/>
              </a:spcBef>
              <a:spcAft>
                <a:spcPts val="0"/>
              </a:spcAft>
              <a:buClr>
                <a:schemeClr val="dk1"/>
              </a:buClr>
              <a:buSzPts val="6400"/>
              <a:buNone/>
              <a:defRPr sz="6400" b="1"/>
            </a:lvl4pPr>
            <a:lvl5pPr marL="2286000" lvl="4" indent="-228600" algn="l">
              <a:lnSpc>
                <a:spcPct val="90000"/>
              </a:lnSpc>
              <a:spcBef>
                <a:spcPts val="2000"/>
              </a:spcBef>
              <a:spcAft>
                <a:spcPts val="0"/>
              </a:spcAft>
              <a:buClr>
                <a:schemeClr val="dk1"/>
              </a:buClr>
              <a:buSzPts val="6400"/>
              <a:buNone/>
              <a:defRPr sz="6400" b="1"/>
            </a:lvl5pPr>
            <a:lvl6pPr marL="2743200" lvl="5" indent="-228600" algn="l">
              <a:lnSpc>
                <a:spcPct val="90000"/>
              </a:lnSpc>
              <a:spcBef>
                <a:spcPts val="2000"/>
              </a:spcBef>
              <a:spcAft>
                <a:spcPts val="0"/>
              </a:spcAft>
              <a:buClr>
                <a:schemeClr val="dk1"/>
              </a:buClr>
              <a:buSzPts val="6400"/>
              <a:buNone/>
              <a:defRPr sz="6400" b="1"/>
            </a:lvl6pPr>
            <a:lvl7pPr marL="3200400" lvl="6" indent="-228600" algn="l">
              <a:lnSpc>
                <a:spcPct val="90000"/>
              </a:lnSpc>
              <a:spcBef>
                <a:spcPts val="2000"/>
              </a:spcBef>
              <a:spcAft>
                <a:spcPts val="0"/>
              </a:spcAft>
              <a:buClr>
                <a:schemeClr val="dk1"/>
              </a:buClr>
              <a:buSzPts val="6400"/>
              <a:buNone/>
              <a:defRPr sz="6400" b="1"/>
            </a:lvl7pPr>
            <a:lvl8pPr marL="3657600" lvl="7" indent="-228600" algn="l">
              <a:lnSpc>
                <a:spcPct val="90000"/>
              </a:lnSpc>
              <a:spcBef>
                <a:spcPts val="2000"/>
              </a:spcBef>
              <a:spcAft>
                <a:spcPts val="0"/>
              </a:spcAft>
              <a:buClr>
                <a:schemeClr val="dk1"/>
              </a:buClr>
              <a:buSzPts val="6400"/>
              <a:buNone/>
              <a:defRPr sz="6400" b="1"/>
            </a:lvl8pPr>
            <a:lvl9pPr marL="4114800" lvl="8" indent="-228600" algn="l">
              <a:lnSpc>
                <a:spcPct val="90000"/>
              </a:lnSpc>
              <a:spcBef>
                <a:spcPts val="2000"/>
              </a:spcBef>
              <a:spcAft>
                <a:spcPts val="0"/>
              </a:spcAft>
              <a:buClr>
                <a:schemeClr val="dk1"/>
              </a:buClr>
              <a:buSzPts val="6400"/>
              <a:buNone/>
              <a:defRPr sz="6400" b="1"/>
            </a:lvl9pPr>
          </a:lstStyle>
          <a:p>
            <a:endParaRPr/>
          </a:p>
        </p:txBody>
      </p:sp>
      <p:sp>
        <p:nvSpPr>
          <p:cNvPr id="39" name="Google Shape;39;p7"/>
          <p:cNvSpPr txBox="1">
            <a:spLocks noGrp="1"/>
          </p:cNvSpPr>
          <p:nvPr>
            <p:ph type="body" idx="2"/>
          </p:nvPr>
        </p:nvSpPr>
        <p:spPr>
          <a:xfrm>
            <a:off x="2519368" y="10020300"/>
            <a:ext cx="15473400" cy="14738400"/>
          </a:xfrm>
          <a:prstGeom prst="rect">
            <a:avLst/>
          </a:prstGeom>
          <a:noFill/>
          <a:ln>
            <a:noFill/>
          </a:ln>
        </p:spPr>
        <p:txBody>
          <a:bodyPr spcFirstLastPara="1" wrap="square" lIns="76200" tIns="38075" rIns="76200" bIns="38075" anchor="t" anchorCtr="0">
            <a:normAutofit/>
          </a:bodyPr>
          <a:lstStyle>
            <a:lvl1pPr marL="457200" lvl="0" indent="-323850" algn="l">
              <a:lnSpc>
                <a:spcPct val="90000"/>
              </a:lnSpc>
              <a:spcBef>
                <a:spcPts val="4000"/>
              </a:spcBef>
              <a:spcAft>
                <a:spcPts val="0"/>
              </a:spcAft>
              <a:buClr>
                <a:schemeClr val="dk1"/>
              </a:buClr>
              <a:buSzPts val="1500"/>
              <a:buChar char="•"/>
              <a:defRPr/>
            </a:lvl1pPr>
            <a:lvl2pPr marL="914400" lvl="1" indent="-323850" algn="l">
              <a:lnSpc>
                <a:spcPct val="90000"/>
              </a:lnSpc>
              <a:spcBef>
                <a:spcPts val="2000"/>
              </a:spcBef>
              <a:spcAft>
                <a:spcPts val="0"/>
              </a:spcAft>
              <a:buClr>
                <a:schemeClr val="dk1"/>
              </a:buClr>
              <a:buSzPts val="1500"/>
              <a:buChar char="•"/>
              <a:defRPr/>
            </a:lvl2pPr>
            <a:lvl3pPr marL="1371600" lvl="2" indent="-323850" algn="l">
              <a:lnSpc>
                <a:spcPct val="90000"/>
              </a:lnSpc>
              <a:spcBef>
                <a:spcPts val="2000"/>
              </a:spcBef>
              <a:spcAft>
                <a:spcPts val="0"/>
              </a:spcAft>
              <a:buClr>
                <a:schemeClr val="dk1"/>
              </a:buClr>
              <a:buSzPts val="1500"/>
              <a:buChar char="•"/>
              <a:defRPr/>
            </a:lvl3pPr>
            <a:lvl4pPr marL="1828800" lvl="3" indent="-323850" algn="l">
              <a:lnSpc>
                <a:spcPct val="90000"/>
              </a:lnSpc>
              <a:spcBef>
                <a:spcPts val="2000"/>
              </a:spcBef>
              <a:spcAft>
                <a:spcPts val="0"/>
              </a:spcAft>
              <a:buClr>
                <a:schemeClr val="dk1"/>
              </a:buClr>
              <a:buSzPts val="1500"/>
              <a:buChar char="•"/>
              <a:defRPr/>
            </a:lvl4pPr>
            <a:lvl5pPr marL="2286000" lvl="4" indent="-323850" algn="l">
              <a:lnSpc>
                <a:spcPct val="90000"/>
              </a:lnSpc>
              <a:spcBef>
                <a:spcPts val="2000"/>
              </a:spcBef>
              <a:spcAft>
                <a:spcPts val="0"/>
              </a:spcAft>
              <a:buClr>
                <a:schemeClr val="dk1"/>
              </a:buClr>
              <a:buSzPts val="1500"/>
              <a:buChar char="•"/>
              <a:defRPr/>
            </a:lvl5pPr>
            <a:lvl6pPr marL="2743200" lvl="5" indent="-323850" algn="l">
              <a:lnSpc>
                <a:spcPct val="90000"/>
              </a:lnSpc>
              <a:spcBef>
                <a:spcPts val="2000"/>
              </a:spcBef>
              <a:spcAft>
                <a:spcPts val="0"/>
              </a:spcAft>
              <a:buClr>
                <a:schemeClr val="dk1"/>
              </a:buClr>
              <a:buSzPts val="1500"/>
              <a:buChar char="•"/>
              <a:defRPr/>
            </a:lvl6pPr>
            <a:lvl7pPr marL="3200400" lvl="6" indent="-323850" algn="l">
              <a:lnSpc>
                <a:spcPct val="90000"/>
              </a:lnSpc>
              <a:spcBef>
                <a:spcPts val="2000"/>
              </a:spcBef>
              <a:spcAft>
                <a:spcPts val="0"/>
              </a:spcAft>
              <a:buClr>
                <a:schemeClr val="dk1"/>
              </a:buClr>
              <a:buSzPts val="1500"/>
              <a:buChar char="•"/>
              <a:defRPr/>
            </a:lvl7pPr>
            <a:lvl8pPr marL="3657600" lvl="7" indent="-323850" algn="l">
              <a:lnSpc>
                <a:spcPct val="90000"/>
              </a:lnSpc>
              <a:spcBef>
                <a:spcPts val="2000"/>
              </a:spcBef>
              <a:spcAft>
                <a:spcPts val="0"/>
              </a:spcAft>
              <a:buClr>
                <a:schemeClr val="dk1"/>
              </a:buClr>
              <a:buSzPts val="1500"/>
              <a:buChar char="•"/>
              <a:defRPr/>
            </a:lvl8pPr>
            <a:lvl9pPr marL="4114800" lvl="8" indent="-323850" algn="l">
              <a:lnSpc>
                <a:spcPct val="90000"/>
              </a:lnSpc>
              <a:spcBef>
                <a:spcPts val="2000"/>
              </a:spcBef>
              <a:spcAft>
                <a:spcPts val="0"/>
              </a:spcAft>
              <a:buClr>
                <a:schemeClr val="dk1"/>
              </a:buClr>
              <a:buSzPts val="1500"/>
              <a:buChar char="•"/>
              <a:defRPr/>
            </a:lvl9pPr>
          </a:lstStyle>
          <a:p>
            <a:endParaRPr/>
          </a:p>
        </p:txBody>
      </p:sp>
      <p:sp>
        <p:nvSpPr>
          <p:cNvPr id="40" name="Google Shape;40;p7"/>
          <p:cNvSpPr txBox="1">
            <a:spLocks noGrp="1"/>
          </p:cNvSpPr>
          <p:nvPr>
            <p:ph type="body" idx="3"/>
          </p:nvPr>
        </p:nvSpPr>
        <p:spPr>
          <a:xfrm>
            <a:off x="18516602" y="6724652"/>
            <a:ext cx="15549600" cy="3295500"/>
          </a:xfrm>
          <a:prstGeom prst="rect">
            <a:avLst/>
          </a:prstGeom>
          <a:noFill/>
          <a:ln>
            <a:noFill/>
          </a:ln>
        </p:spPr>
        <p:txBody>
          <a:bodyPr spcFirstLastPara="1" wrap="square" lIns="76200" tIns="38075" rIns="76200" bIns="38075" anchor="b" anchorCtr="0">
            <a:normAutofit/>
          </a:bodyPr>
          <a:lstStyle>
            <a:lvl1pPr marL="457200" lvl="0" indent="-228600" algn="l">
              <a:lnSpc>
                <a:spcPct val="90000"/>
              </a:lnSpc>
              <a:spcBef>
                <a:spcPts val="4000"/>
              </a:spcBef>
              <a:spcAft>
                <a:spcPts val="0"/>
              </a:spcAft>
              <a:buClr>
                <a:schemeClr val="dk1"/>
              </a:buClr>
              <a:buSzPts val="9600"/>
              <a:buNone/>
              <a:defRPr sz="9600" b="1"/>
            </a:lvl1pPr>
            <a:lvl2pPr marL="914400" lvl="1" indent="-228600" algn="l">
              <a:lnSpc>
                <a:spcPct val="90000"/>
              </a:lnSpc>
              <a:spcBef>
                <a:spcPts val="2000"/>
              </a:spcBef>
              <a:spcAft>
                <a:spcPts val="0"/>
              </a:spcAft>
              <a:buClr>
                <a:schemeClr val="dk1"/>
              </a:buClr>
              <a:buSzPts val="8000"/>
              <a:buNone/>
              <a:defRPr sz="8000" b="1"/>
            </a:lvl2pPr>
            <a:lvl3pPr marL="1371600" lvl="2" indent="-228600" algn="l">
              <a:lnSpc>
                <a:spcPct val="90000"/>
              </a:lnSpc>
              <a:spcBef>
                <a:spcPts val="2000"/>
              </a:spcBef>
              <a:spcAft>
                <a:spcPts val="0"/>
              </a:spcAft>
              <a:buClr>
                <a:schemeClr val="dk1"/>
              </a:buClr>
              <a:buSzPts val="7200"/>
              <a:buNone/>
              <a:defRPr sz="7200" b="1"/>
            </a:lvl3pPr>
            <a:lvl4pPr marL="1828800" lvl="3" indent="-228600" algn="l">
              <a:lnSpc>
                <a:spcPct val="90000"/>
              </a:lnSpc>
              <a:spcBef>
                <a:spcPts val="2000"/>
              </a:spcBef>
              <a:spcAft>
                <a:spcPts val="0"/>
              </a:spcAft>
              <a:buClr>
                <a:schemeClr val="dk1"/>
              </a:buClr>
              <a:buSzPts val="6400"/>
              <a:buNone/>
              <a:defRPr sz="6400" b="1"/>
            </a:lvl4pPr>
            <a:lvl5pPr marL="2286000" lvl="4" indent="-228600" algn="l">
              <a:lnSpc>
                <a:spcPct val="90000"/>
              </a:lnSpc>
              <a:spcBef>
                <a:spcPts val="2000"/>
              </a:spcBef>
              <a:spcAft>
                <a:spcPts val="0"/>
              </a:spcAft>
              <a:buClr>
                <a:schemeClr val="dk1"/>
              </a:buClr>
              <a:buSzPts val="6400"/>
              <a:buNone/>
              <a:defRPr sz="6400" b="1"/>
            </a:lvl5pPr>
            <a:lvl6pPr marL="2743200" lvl="5" indent="-228600" algn="l">
              <a:lnSpc>
                <a:spcPct val="90000"/>
              </a:lnSpc>
              <a:spcBef>
                <a:spcPts val="2000"/>
              </a:spcBef>
              <a:spcAft>
                <a:spcPts val="0"/>
              </a:spcAft>
              <a:buClr>
                <a:schemeClr val="dk1"/>
              </a:buClr>
              <a:buSzPts val="6400"/>
              <a:buNone/>
              <a:defRPr sz="6400" b="1"/>
            </a:lvl6pPr>
            <a:lvl7pPr marL="3200400" lvl="6" indent="-228600" algn="l">
              <a:lnSpc>
                <a:spcPct val="90000"/>
              </a:lnSpc>
              <a:spcBef>
                <a:spcPts val="2000"/>
              </a:spcBef>
              <a:spcAft>
                <a:spcPts val="0"/>
              </a:spcAft>
              <a:buClr>
                <a:schemeClr val="dk1"/>
              </a:buClr>
              <a:buSzPts val="6400"/>
              <a:buNone/>
              <a:defRPr sz="6400" b="1"/>
            </a:lvl7pPr>
            <a:lvl8pPr marL="3657600" lvl="7" indent="-228600" algn="l">
              <a:lnSpc>
                <a:spcPct val="90000"/>
              </a:lnSpc>
              <a:spcBef>
                <a:spcPts val="2000"/>
              </a:spcBef>
              <a:spcAft>
                <a:spcPts val="0"/>
              </a:spcAft>
              <a:buClr>
                <a:schemeClr val="dk1"/>
              </a:buClr>
              <a:buSzPts val="6400"/>
              <a:buNone/>
              <a:defRPr sz="6400" b="1"/>
            </a:lvl8pPr>
            <a:lvl9pPr marL="4114800" lvl="8" indent="-228600" algn="l">
              <a:lnSpc>
                <a:spcPct val="90000"/>
              </a:lnSpc>
              <a:spcBef>
                <a:spcPts val="2000"/>
              </a:spcBef>
              <a:spcAft>
                <a:spcPts val="0"/>
              </a:spcAft>
              <a:buClr>
                <a:schemeClr val="dk1"/>
              </a:buClr>
              <a:buSzPts val="6400"/>
              <a:buNone/>
              <a:defRPr sz="6400" b="1"/>
            </a:lvl9pPr>
          </a:lstStyle>
          <a:p>
            <a:endParaRPr/>
          </a:p>
        </p:txBody>
      </p:sp>
      <p:sp>
        <p:nvSpPr>
          <p:cNvPr id="41" name="Google Shape;41;p7"/>
          <p:cNvSpPr txBox="1">
            <a:spLocks noGrp="1"/>
          </p:cNvSpPr>
          <p:nvPr>
            <p:ph type="body" idx="4"/>
          </p:nvPr>
        </p:nvSpPr>
        <p:spPr>
          <a:xfrm>
            <a:off x="18516602" y="10020300"/>
            <a:ext cx="15549600" cy="14738400"/>
          </a:xfrm>
          <a:prstGeom prst="rect">
            <a:avLst/>
          </a:prstGeom>
          <a:noFill/>
          <a:ln>
            <a:noFill/>
          </a:ln>
        </p:spPr>
        <p:txBody>
          <a:bodyPr spcFirstLastPara="1" wrap="square" lIns="76200" tIns="38075" rIns="76200" bIns="38075" anchor="t" anchorCtr="0">
            <a:normAutofit/>
          </a:bodyPr>
          <a:lstStyle>
            <a:lvl1pPr marL="457200" lvl="0" indent="-323850" algn="l">
              <a:lnSpc>
                <a:spcPct val="90000"/>
              </a:lnSpc>
              <a:spcBef>
                <a:spcPts val="4000"/>
              </a:spcBef>
              <a:spcAft>
                <a:spcPts val="0"/>
              </a:spcAft>
              <a:buClr>
                <a:schemeClr val="dk1"/>
              </a:buClr>
              <a:buSzPts val="1500"/>
              <a:buChar char="•"/>
              <a:defRPr/>
            </a:lvl1pPr>
            <a:lvl2pPr marL="914400" lvl="1" indent="-323850" algn="l">
              <a:lnSpc>
                <a:spcPct val="90000"/>
              </a:lnSpc>
              <a:spcBef>
                <a:spcPts val="2000"/>
              </a:spcBef>
              <a:spcAft>
                <a:spcPts val="0"/>
              </a:spcAft>
              <a:buClr>
                <a:schemeClr val="dk1"/>
              </a:buClr>
              <a:buSzPts val="1500"/>
              <a:buChar char="•"/>
              <a:defRPr/>
            </a:lvl2pPr>
            <a:lvl3pPr marL="1371600" lvl="2" indent="-323850" algn="l">
              <a:lnSpc>
                <a:spcPct val="90000"/>
              </a:lnSpc>
              <a:spcBef>
                <a:spcPts val="2000"/>
              </a:spcBef>
              <a:spcAft>
                <a:spcPts val="0"/>
              </a:spcAft>
              <a:buClr>
                <a:schemeClr val="dk1"/>
              </a:buClr>
              <a:buSzPts val="1500"/>
              <a:buChar char="•"/>
              <a:defRPr/>
            </a:lvl3pPr>
            <a:lvl4pPr marL="1828800" lvl="3" indent="-323850" algn="l">
              <a:lnSpc>
                <a:spcPct val="90000"/>
              </a:lnSpc>
              <a:spcBef>
                <a:spcPts val="2000"/>
              </a:spcBef>
              <a:spcAft>
                <a:spcPts val="0"/>
              </a:spcAft>
              <a:buClr>
                <a:schemeClr val="dk1"/>
              </a:buClr>
              <a:buSzPts val="1500"/>
              <a:buChar char="•"/>
              <a:defRPr/>
            </a:lvl4pPr>
            <a:lvl5pPr marL="2286000" lvl="4" indent="-323850" algn="l">
              <a:lnSpc>
                <a:spcPct val="90000"/>
              </a:lnSpc>
              <a:spcBef>
                <a:spcPts val="2000"/>
              </a:spcBef>
              <a:spcAft>
                <a:spcPts val="0"/>
              </a:spcAft>
              <a:buClr>
                <a:schemeClr val="dk1"/>
              </a:buClr>
              <a:buSzPts val="1500"/>
              <a:buChar char="•"/>
              <a:defRPr/>
            </a:lvl5pPr>
            <a:lvl6pPr marL="2743200" lvl="5" indent="-323850" algn="l">
              <a:lnSpc>
                <a:spcPct val="90000"/>
              </a:lnSpc>
              <a:spcBef>
                <a:spcPts val="2000"/>
              </a:spcBef>
              <a:spcAft>
                <a:spcPts val="0"/>
              </a:spcAft>
              <a:buClr>
                <a:schemeClr val="dk1"/>
              </a:buClr>
              <a:buSzPts val="1500"/>
              <a:buChar char="•"/>
              <a:defRPr/>
            </a:lvl6pPr>
            <a:lvl7pPr marL="3200400" lvl="6" indent="-323850" algn="l">
              <a:lnSpc>
                <a:spcPct val="90000"/>
              </a:lnSpc>
              <a:spcBef>
                <a:spcPts val="2000"/>
              </a:spcBef>
              <a:spcAft>
                <a:spcPts val="0"/>
              </a:spcAft>
              <a:buClr>
                <a:schemeClr val="dk1"/>
              </a:buClr>
              <a:buSzPts val="1500"/>
              <a:buChar char="•"/>
              <a:defRPr/>
            </a:lvl7pPr>
            <a:lvl8pPr marL="3657600" lvl="7" indent="-323850" algn="l">
              <a:lnSpc>
                <a:spcPct val="90000"/>
              </a:lnSpc>
              <a:spcBef>
                <a:spcPts val="2000"/>
              </a:spcBef>
              <a:spcAft>
                <a:spcPts val="0"/>
              </a:spcAft>
              <a:buClr>
                <a:schemeClr val="dk1"/>
              </a:buClr>
              <a:buSzPts val="1500"/>
              <a:buChar char="•"/>
              <a:defRPr/>
            </a:lvl8pPr>
            <a:lvl9pPr marL="4114800" lvl="8" indent="-323850" algn="l">
              <a:lnSpc>
                <a:spcPct val="90000"/>
              </a:lnSpc>
              <a:spcBef>
                <a:spcPts val="2000"/>
              </a:spcBef>
              <a:spcAft>
                <a:spcPts val="0"/>
              </a:spcAft>
              <a:buClr>
                <a:schemeClr val="dk1"/>
              </a:buClr>
              <a:buSzPts val="1500"/>
              <a:buChar char="•"/>
              <a:defRPr/>
            </a:lvl9pPr>
          </a:lstStyle>
          <a:p>
            <a:endParaRPr/>
          </a:p>
        </p:txBody>
      </p:sp>
      <p:sp>
        <p:nvSpPr>
          <p:cNvPr id="42" name="Google Shape;42;p7"/>
          <p:cNvSpPr txBox="1">
            <a:spLocks noGrp="1"/>
          </p:cNvSpPr>
          <p:nvPr>
            <p:ph type="dt" idx="10"/>
          </p:nvPr>
        </p:nvSpPr>
        <p:spPr>
          <a:xfrm>
            <a:off x="2514600" y="25425406"/>
            <a:ext cx="8229600" cy="1460400"/>
          </a:xfrm>
          <a:prstGeom prst="rect">
            <a:avLst/>
          </a:prstGeom>
          <a:noFill/>
          <a:ln>
            <a:noFill/>
          </a:ln>
        </p:spPr>
        <p:txBody>
          <a:bodyPr spcFirstLastPara="1" wrap="square" lIns="76200" tIns="38075" rIns="76200" bIns="38075" anchor="ctr" anchorCtr="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a:endParaRPr/>
          </a:p>
        </p:txBody>
      </p:sp>
      <p:sp>
        <p:nvSpPr>
          <p:cNvPr id="43" name="Google Shape;43;p7"/>
          <p:cNvSpPr txBox="1">
            <a:spLocks noGrp="1"/>
          </p:cNvSpPr>
          <p:nvPr>
            <p:ph type="ftr" idx="11"/>
          </p:nvPr>
        </p:nvSpPr>
        <p:spPr>
          <a:xfrm>
            <a:off x="12115800" y="25425406"/>
            <a:ext cx="12344400" cy="1460400"/>
          </a:xfrm>
          <a:prstGeom prst="rect">
            <a:avLst/>
          </a:prstGeom>
          <a:noFill/>
          <a:ln>
            <a:noFill/>
          </a:ln>
        </p:spPr>
        <p:txBody>
          <a:bodyPr spcFirstLastPara="1" wrap="square" lIns="76200" tIns="38075" rIns="76200" bIns="38075" anchor="ctr" anchorCtr="0">
            <a:noAutofit/>
          </a:bodyPr>
          <a:lstStyle>
            <a:lvl1pPr lvl="0" algn="ctr">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a:endParaRPr/>
          </a:p>
        </p:txBody>
      </p:sp>
      <p:sp>
        <p:nvSpPr>
          <p:cNvPr id="44" name="Google Shape;44;p7"/>
          <p:cNvSpPr txBox="1">
            <a:spLocks noGrp="1"/>
          </p:cNvSpPr>
          <p:nvPr>
            <p:ph type="sldNum" idx="12"/>
          </p:nvPr>
        </p:nvSpPr>
        <p:spPr>
          <a:xfrm>
            <a:off x="25831800" y="25425406"/>
            <a:ext cx="8229600" cy="1460400"/>
          </a:xfrm>
          <a:prstGeom prst="rect">
            <a:avLst/>
          </a:prstGeom>
          <a:noFill/>
          <a:ln>
            <a:noFill/>
          </a:ln>
        </p:spPr>
        <p:txBody>
          <a:bodyPr spcFirstLastPara="1" wrap="square" lIns="76200" tIns="38075" rIns="76200" bIns="380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2514600" y="1460506"/>
            <a:ext cx="31546800" cy="5302200"/>
          </a:xfrm>
          <a:prstGeom prst="rect">
            <a:avLst/>
          </a:prstGeom>
          <a:noFill/>
          <a:ln>
            <a:noFill/>
          </a:ln>
        </p:spPr>
        <p:txBody>
          <a:bodyPr spcFirstLastPara="1" wrap="square" lIns="76200" tIns="38075" rIns="76200" bIns="38075" anchor="ctr" anchorCtr="0">
            <a:normAutofit/>
          </a:bodyPr>
          <a:lstStyle>
            <a:lvl1pPr lvl="0" algn="l">
              <a:lnSpc>
                <a:spcPct val="90000"/>
              </a:lnSpc>
              <a:spcBef>
                <a:spcPts val="0"/>
              </a:spcBef>
              <a:spcAft>
                <a:spcPts val="0"/>
              </a:spcAft>
              <a:buClr>
                <a:schemeClr val="dk1"/>
              </a:buClr>
              <a:buSzPts val="15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47" name="Google Shape;47;p8"/>
          <p:cNvSpPr txBox="1">
            <a:spLocks noGrp="1"/>
          </p:cNvSpPr>
          <p:nvPr>
            <p:ph type="dt" idx="10"/>
          </p:nvPr>
        </p:nvSpPr>
        <p:spPr>
          <a:xfrm>
            <a:off x="2514600" y="25425406"/>
            <a:ext cx="8229600" cy="1460400"/>
          </a:xfrm>
          <a:prstGeom prst="rect">
            <a:avLst/>
          </a:prstGeom>
          <a:noFill/>
          <a:ln>
            <a:noFill/>
          </a:ln>
        </p:spPr>
        <p:txBody>
          <a:bodyPr spcFirstLastPara="1" wrap="square" lIns="76200" tIns="38075" rIns="76200" bIns="38075" anchor="ctr" anchorCtr="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a:endParaRPr/>
          </a:p>
        </p:txBody>
      </p:sp>
      <p:sp>
        <p:nvSpPr>
          <p:cNvPr id="48" name="Google Shape;48;p8"/>
          <p:cNvSpPr txBox="1">
            <a:spLocks noGrp="1"/>
          </p:cNvSpPr>
          <p:nvPr>
            <p:ph type="ftr" idx="11"/>
          </p:nvPr>
        </p:nvSpPr>
        <p:spPr>
          <a:xfrm>
            <a:off x="12115800" y="25425406"/>
            <a:ext cx="12344400" cy="1460400"/>
          </a:xfrm>
          <a:prstGeom prst="rect">
            <a:avLst/>
          </a:prstGeom>
          <a:noFill/>
          <a:ln>
            <a:noFill/>
          </a:ln>
        </p:spPr>
        <p:txBody>
          <a:bodyPr spcFirstLastPara="1" wrap="square" lIns="76200" tIns="38075" rIns="76200" bIns="38075" anchor="ctr" anchorCtr="0">
            <a:noAutofit/>
          </a:bodyPr>
          <a:lstStyle>
            <a:lvl1pPr lvl="0" algn="ctr">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a:endParaRPr/>
          </a:p>
        </p:txBody>
      </p:sp>
      <p:sp>
        <p:nvSpPr>
          <p:cNvPr id="49" name="Google Shape;49;p8"/>
          <p:cNvSpPr txBox="1">
            <a:spLocks noGrp="1"/>
          </p:cNvSpPr>
          <p:nvPr>
            <p:ph type="sldNum" idx="12"/>
          </p:nvPr>
        </p:nvSpPr>
        <p:spPr>
          <a:xfrm>
            <a:off x="25831800" y="25425406"/>
            <a:ext cx="8229600" cy="1460400"/>
          </a:xfrm>
          <a:prstGeom prst="rect">
            <a:avLst/>
          </a:prstGeom>
          <a:noFill/>
          <a:ln>
            <a:noFill/>
          </a:ln>
        </p:spPr>
        <p:txBody>
          <a:bodyPr spcFirstLastPara="1" wrap="square" lIns="76200" tIns="38075" rIns="76200" bIns="380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9"/>
          <p:cNvSpPr txBox="1">
            <a:spLocks noGrp="1"/>
          </p:cNvSpPr>
          <p:nvPr>
            <p:ph type="dt" idx="10"/>
          </p:nvPr>
        </p:nvSpPr>
        <p:spPr>
          <a:xfrm>
            <a:off x="2514600" y="25425406"/>
            <a:ext cx="8229600" cy="1460400"/>
          </a:xfrm>
          <a:prstGeom prst="rect">
            <a:avLst/>
          </a:prstGeom>
          <a:noFill/>
          <a:ln>
            <a:noFill/>
          </a:ln>
        </p:spPr>
        <p:txBody>
          <a:bodyPr spcFirstLastPara="1" wrap="square" lIns="76200" tIns="38075" rIns="76200" bIns="38075" anchor="ctr" anchorCtr="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a:endParaRPr/>
          </a:p>
        </p:txBody>
      </p:sp>
      <p:sp>
        <p:nvSpPr>
          <p:cNvPr id="52" name="Google Shape;52;p9"/>
          <p:cNvSpPr txBox="1">
            <a:spLocks noGrp="1"/>
          </p:cNvSpPr>
          <p:nvPr>
            <p:ph type="ftr" idx="11"/>
          </p:nvPr>
        </p:nvSpPr>
        <p:spPr>
          <a:xfrm>
            <a:off x="12115800" y="25425406"/>
            <a:ext cx="12344400" cy="1460400"/>
          </a:xfrm>
          <a:prstGeom prst="rect">
            <a:avLst/>
          </a:prstGeom>
          <a:noFill/>
          <a:ln>
            <a:noFill/>
          </a:ln>
        </p:spPr>
        <p:txBody>
          <a:bodyPr spcFirstLastPara="1" wrap="square" lIns="76200" tIns="38075" rIns="76200" bIns="38075" anchor="ctr" anchorCtr="0">
            <a:noAutofit/>
          </a:bodyPr>
          <a:lstStyle>
            <a:lvl1pPr lvl="0" algn="ctr">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a:endParaRPr/>
          </a:p>
        </p:txBody>
      </p:sp>
      <p:sp>
        <p:nvSpPr>
          <p:cNvPr id="53" name="Google Shape;53;p9"/>
          <p:cNvSpPr txBox="1">
            <a:spLocks noGrp="1"/>
          </p:cNvSpPr>
          <p:nvPr>
            <p:ph type="sldNum" idx="12"/>
          </p:nvPr>
        </p:nvSpPr>
        <p:spPr>
          <a:xfrm>
            <a:off x="25831800" y="25425406"/>
            <a:ext cx="8229600" cy="1460400"/>
          </a:xfrm>
          <a:prstGeom prst="rect">
            <a:avLst/>
          </a:prstGeom>
          <a:noFill/>
          <a:ln>
            <a:noFill/>
          </a:ln>
        </p:spPr>
        <p:txBody>
          <a:bodyPr spcFirstLastPara="1" wrap="square" lIns="76200" tIns="38075" rIns="76200" bIns="380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2519364" y="1828800"/>
            <a:ext cx="11796600" cy="6400800"/>
          </a:xfrm>
          <a:prstGeom prst="rect">
            <a:avLst/>
          </a:prstGeom>
          <a:noFill/>
          <a:ln>
            <a:noFill/>
          </a:ln>
        </p:spPr>
        <p:txBody>
          <a:bodyPr spcFirstLastPara="1" wrap="square" lIns="76200" tIns="38075" rIns="76200" bIns="38075" anchor="b" anchorCtr="0">
            <a:normAutofit/>
          </a:bodyPr>
          <a:lstStyle>
            <a:lvl1pPr lvl="0" algn="l">
              <a:lnSpc>
                <a:spcPct val="90000"/>
              </a:lnSpc>
              <a:spcBef>
                <a:spcPts val="0"/>
              </a:spcBef>
              <a:spcAft>
                <a:spcPts val="0"/>
              </a:spcAft>
              <a:buClr>
                <a:schemeClr val="dk1"/>
              </a:buClr>
              <a:buSzPts val="12800"/>
              <a:buFont typeface="Calibri"/>
              <a:buNone/>
              <a:defRPr sz="12800"/>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56" name="Google Shape;56;p10"/>
          <p:cNvSpPr txBox="1">
            <a:spLocks noGrp="1"/>
          </p:cNvSpPr>
          <p:nvPr>
            <p:ph type="body" idx="1"/>
          </p:nvPr>
        </p:nvSpPr>
        <p:spPr>
          <a:xfrm>
            <a:off x="15549564" y="3949706"/>
            <a:ext cx="18516600" cy="19494600"/>
          </a:xfrm>
          <a:prstGeom prst="rect">
            <a:avLst/>
          </a:prstGeom>
          <a:noFill/>
          <a:ln>
            <a:noFill/>
          </a:ln>
        </p:spPr>
        <p:txBody>
          <a:bodyPr spcFirstLastPara="1" wrap="square" lIns="76200" tIns="38075" rIns="76200" bIns="38075" anchor="t" anchorCtr="0">
            <a:normAutofit/>
          </a:bodyPr>
          <a:lstStyle>
            <a:lvl1pPr marL="457200" lvl="0" indent="-1041400" algn="l">
              <a:lnSpc>
                <a:spcPct val="90000"/>
              </a:lnSpc>
              <a:spcBef>
                <a:spcPts val="4000"/>
              </a:spcBef>
              <a:spcAft>
                <a:spcPts val="0"/>
              </a:spcAft>
              <a:buClr>
                <a:schemeClr val="dk1"/>
              </a:buClr>
              <a:buSzPts val="12800"/>
              <a:buChar char="•"/>
              <a:defRPr sz="12800"/>
            </a:lvl1pPr>
            <a:lvl2pPr marL="914400" lvl="1" indent="-939800" algn="l">
              <a:lnSpc>
                <a:spcPct val="90000"/>
              </a:lnSpc>
              <a:spcBef>
                <a:spcPts val="2000"/>
              </a:spcBef>
              <a:spcAft>
                <a:spcPts val="0"/>
              </a:spcAft>
              <a:buClr>
                <a:schemeClr val="dk1"/>
              </a:buClr>
              <a:buSzPts val="11200"/>
              <a:buChar char="•"/>
              <a:defRPr sz="11200"/>
            </a:lvl2pPr>
            <a:lvl3pPr marL="1371600" lvl="2" indent="-838200" algn="l">
              <a:lnSpc>
                <a:spcPct val="90000"/>
              </a:lnSpc>
              <a:spcBef>
                <a:spcPts val="2000"/>
              </a:spcBef>
              <a:spcAft>
                <a:spcPts val="0"/>
              </a:spcAft>
              <a:buClr>
                <a:schemeClr val="dk1"/>
              </a:buClr>
              <a:buSzPts val="9600"/>
              <a:buChar char="•"/>
              <a:defRPr sz="9600"/>
            </a:lvl3pPr>
            <a:lvl4pPr marL="1828800" lvl="3" indent="-736600" algn="l">
              <a:lnSpc>
                <a:spcPct val="90000"/>
              </a:lnSpc>
              <a:spcBef>
                <a:spcPts val="2000"/>
              </a:spcBef>
              <a:spcAft>
                <a:spcPts val="0"/>
              </a:spcAft>
              <a:buClr>
                <a:schemeClr val="dk1"/>
              </a:buClr>
              <a:buSzPts val="8000"/>
              <a:buChar char="•"/>
              <a:defRPr sz="8000"/>
            </a:lvl4pPr>
            <a:lvl5pPr marL="2286000" lvl="4" indent="-736600" algn="l">
              <a:lnSpc>
                <a:spcPct val="90000"/>
              </a:lnSpc>
              <a:spcBef>
                <a:spcPts val="2000"/>
              </a:spcBef>
              <a:spcAft>
                <a:spcPts val="0"/>
              </a:spcAft>
              <a:buClr>
                <a:schemeClr val="dk1"/>
              </a:buClr>
              <a:buSzPts val="8000"/>
              <a:buChar char="•"/>
              <a:defRPr sz="8000"/>
            </a:lvl5pPr>
            <a:lvl6pPr marL="2743200" lvl="5" indent="-736600" algn="l">
              <a:lnSpc>
                <a:spcPct val="90000"/>
              </a:lnSpc>
              <a:spcBef>
                <a:spcPts val="2000"/>
              </a:spcBef>
              <a:spcAft>
                <a:spcPts val="0"/>
              </a:spcAft>
              <a:buClr>
                <a:schemeClr val="dk1"/>
              </a:buClr>
              <a:buSzPts val="8000"/>
              <a:buChar char="•"/>
              <a:defRPr sz="8000"/>
            </a:lvl6pPr>
            <a:lvl7pPr marL="3200400" lvl="6" indent="-736600" algn="l">
              <a:lnSpc>
                <a:spcPct val="90000"/>
              </a:lnSpc>
              <a:spcBef>
                <a:spcPts val="2000"/>
              </a:spcBef>
              <a:spcAft>
                <a:spcPts val="0"/>
              </a:spcAft>
              <a:buClr>
                <a:schemeClr val="dk1"/>
              </a:buClr>
              <a:buSzPts val="8000"/>
              <a:buChar char="•"/>
              <a:defRPr sz="8000"/>
            </a:lvl7pPr>
            <a:lvl8pPr marL="3657600" lvl="7" indent="-736600" algn="l">
              <a:lnSpc>
                <a:spcPct val="90000"/>
              </a:lnSpc>
              <a:spcBef>
                <a:spcPts val="2000"/>
              </a:spcBef>
              <a:spcAft>
                <a:spcPts val="0"/>
              </a:spcAft>
              <a:buClr>
                <a:schemeClr val="dk1"/>
              </a:buClr>
              <a:buSzPts val="8000"/>
              <a:buChar char="•"/>
              <a:defRPr sz="8000"/>
            </a:lvl8pPr>
            <a:lvl9pPr marL="4114800" lvl="8" indent="-736600" algn="l">
              <a:lnSpc>
                <a:spcPct val="90000"/>
              </a:lnSpc>
              <a:spcBef>
                <a:spcPts val="2000"/>
              </a:spcBef>
              <a:spcAft>
                <a:spcPts val="0"/>
              </a:spcAft>
              <a:buClr>
                <a:schemeClr val="dk1"/>
              </a:buClr>
              <a:buSzPts val="8000"/>
              <a:buChar char="•"/>
              <a:defRPr sz="8000"/>
            </a:lvl9pPr>
          </a:lstStyle>
          <a:p>
            <a:endParaRPr/>
          </a:p>
        </p:txBody>
      </p:sp>
      <p:sp>
        <p:nvSpPr>
          <p:cNvPr id="57" name="Google Shape;57;p10"/>
          <p:cNvSpPr txBox="1">
            <a:spLocks noGrp="1"/>
          </p:cNvSpPr>
          <p:nvPr>
            <p:ph type="body" idx="2"/>
          </p:nvPr>
        </p:nvSpPr>
        <p:spPr>
          <a:xfrm>
            <a:off x="2519364" y="8229600"/>
            <a:ext cx="11796600" cy="15246300"/>
          </a:xfrm>
          <a:prstGeom prst="rect">
            <a:avLst/>
          </a:prstGeom>
          <a:noFill/>
          <a:ln>
            <a:noFill/>
          </a:ln>
        </p:spPr>
        <p:txBody>
          <a:bodyPr spcFirstLastPara="1" wrap="square" lIns="76200" tIns="38075" rIns="76200" bIns="38075" anchor="t" anchorCtr="0">
            <a:normAutofit/>
          </a:bodyPr>
          <a:lstStyle>
            <a:lvl1pPr marL="457200" lvl="0" indent="-228600" algn="l">
              <a:lnSpc>
                <a:spcPct val="90000"/>
              </a:lnSpc>
              <a:spcBef>
                <a:spcPts val="4000"/>
              </a:spcBef>
              <a:spcAft>
                <a:spcPts val="0"/>
              </a:spcAft>
              <a:buClr>
                <a:schemeClr val="dk1"/>
              </a:buClr>
              <a:buSzPts val="6400"/>
              <a:buNone/>
              <a:defRPr sz="6400"/>
            </a:lvl1pPr>
            <a:lvl2pPr marL="914400" lvl="1" indent="-228600" algn="l">
              <a:lnSpc>
                <a:spcPct val="90000"/>
              </a:lnSpc>
              <a:spcBef>
                <a:spcPts val="2000"/>
              </a:spcBef>
              <a:spcAft>
                <a:spcPts val="0"/>
              </a:spcAft>
              <a:buClr>
                <a:schemeClr val="dk1"/>
              </a:buClr>
              <a:buSzPts val="5600"/>
              <a:buNone/>
              <a:defRPr sz="5600"/>
            </a:lvl2pPr>
            <a:lvl3pPr marL="1371600" lvl="2" indent="-228600" algn="l">
              <a:lnSpc>
                <a:spcPct val="90000"/>
              </a:lnSpc>
              <a:spcBef>
                <a:spcPts val="2000"/>
              </a:spcBef>
              <a:spcAft>
                <a:spcPts val="0"/>
              </a:spcAft>
              <a:buClr>
                <a:schemeClr val="dk1"/>
              </a:buClr>
              <a:buSzPts val="4800"/>
              <a:buNone/>
              <a:defRPr sz="4800"/>
            </a:lvl3pPr>
            <a:lvl4pPr marL="1828800" lvl="3" indent="-228600" algn="l">
              <a:lnSpc>
                <a:spcPct val="90000"/>
              </a:lnSpc>
              <a:spcBef>
                <a:spcPts val="2000"/>
              </a:spcBef>
              <a:spcAft>
                <a:spcPts val="0"/>
              </a:spcAft>
              <a:buClr>
                <a:schemeClr val="dk1"/>
              </a:buClr>
              <a:buSzPts val="4000"/>
              <a:buNone/>
              <a:defRPr sz="4000"/>
            </a:lvl4pPr>
            <a:lvl5pPr marL="2286000" lvl="4" indent="-228600" algn="l">
              <a:lnSpc>
                <a:spcPct val="90000"/>
              </a:lnSpc>
              <a:spcBef>
                <a:spcPts val="2000"/>
              </a:spcBef>
              <a:spcAft>
                <a:spcPts val="0"/>
              </a:spcAft>
              <a:buClr>
                <a:schemeClr val="dk1"/>
              </a:buClr>
              <a:buSzPts val="4000"/>
              <a:buNone/>
              <a:defRPr sz="4000"/>
            </a:lvl5pPr>
            <a:lvl6pPr marL="2743200" lvl="5" indent="-228600" algn="l">
              <a:lnSpc>
                <a:spcPct val="90000"/>
              </a:lnSpc>
              <a:spcBef>
                <a:spcPts val="2000"/>
              </a:spcBef>
              <a:spcAft>
                <a:spcPts val="0"/>
              </a:spcAft>
              <a:buClr>
                <a:schemeClr val="dk1"/>
              </a:buClr>
              <a:buSzPts val="4000"/>
              <a:buNone/>
              <a:defRPr sz="4000"/>
            </a:lvl6pPr>
            <a:lvl7pPr marL="3200400" lvl="6" indent="-228600" algn="l">
              <a:lnSpc>
                <a:spcPct val="90000"/>
              </a:lnSpc>
              <a:spcBef>
                <a:spcPts val="2000"/>
              </a:spcBef>
              <a:spcAft>
                <a:spcPts val="0"/>
              </a:spcAft>
              <a:buClr>
                <a:schemeClr val="dk1"/>
              </a:buClr>
              <a:buSzPts val="4000"/>
              <a:buNone/>
              <a:defRPr sz="4000"/>
            </a:lvl7pPr>
            <a:lvl8pPr marL="3657600" lvl="7" indent="-228600" algn="l">
              <a:lnSpc>
                <a:spcPct val="90000"/>
              </a:lnSpc>
              <a:spcBef>
                <a:spcPts val="2000"/>
              </a:spcBef>
              <a:spcAft>
                <a:spcPts val="0"/>
              </a:spcAft>
              <a:buClr>
                <a:schemeClr val="dk1"/>
              </a:buClr>
              <a:buSzPts val="4000"/>
              <a:buNone/>
              <a:defRPr sz="4000"/>
            </a:lvl8pPr>
            <a:lvl9pPr marL="4114800" lvl="8" indent="-228600" algn="l">
              <a:lnSpc>
                <a:spcPct val="90000"/>
              </a:lnSpc>
              <a:spcBef>
                <a:spcPts val="2000"/>
              </a:spcBef>
              <a:spcAft>
                <a:spcPts val="0"/>
              </a:spcAft>
              <a:buClr>
                <a:schemeClr val="dk1"/>
              </a:buClr>
              <a:buSzPts val="4000"/>
              <a:buNone/>
              <a:defRPr sz="4000"/>
            </a:lvl9pPr>
          </a:lstStyle>
          <a:p>
            <a:endParaRPr/>
          </a:p>
        </p:txBody>
      </p:sp>
      <p:sp>
        <p:nvSpPr>
          <p:cNvPr id="58" name="Google Shape;58;p10"/>
          <p:cNvSpPr txBox="1">
            <a:spLocks noGrp="1"/>
          </p:cNvSpPr>
          <p:nvPr>
            <p:ph type="dt" idx="10"/>
          </p:nvPr>
        </p:nvSpPr>
        <p:spPr>
          <a:xfrm>
            <a:off x="2514600" y="25425406"/>
            <a:ext cx="8229600" cy="1460400"/>
          </a:xfrm>
          <a:prstGeom prst="rect">
            <a:avLst/>
          </a:prstGeom>
          <a:noFill/>
          <a:ln>
            <a:noFill/>
          </a:ln>
        </p:spPr>
        <p:txBody>
          <a:bodyPr spcFirstLastPara="1" wrap="square" lIns="76200" tIns="38075" rIns="76200" bIns="38075" anchor="ctr" anchorCtr="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a:endParaRPr/>
          </a:p>
        </p:txBody>
      </p:sp>
      <p:sp>
        <p:nvSpPr>
          <p:cNvPr id="59" name="Google Shape;59;p10"/>
          <p:cNvSpPr txBox="1">
            <a:spLocks noGrp="1"/>
          </p:cNvSpPr>
          <p:nvPr>
            <p:ph type="ftr" idx="11"/>
          </p:nvPr>
        </p:nvSpPr>
        <p:spPr>
          <a:xfrm>
            <a:off x="12115800" y="25425406"/>
            <a:ext cx="12344400" cy="1460400"/>
          </a:xfrm>
          <a:prstGeom prst="rect">
            <a:avLst/>
          </a:prstGeom>
          <a:noFill/>
          <a:ln>
            <a:noFill/>
          </a:ln>
        </p:spPr>
        <p:txBody>
          <a:bodyPr spcFirstLastPara="1" wrap="square" lIns="76200" tIns="38075" rIns="76200" bIns="38075" anchor="ctr" anchorCtr="0">
            <a:noAutofit/>
          </a:bodyPr>
          <a:lstStyle>
            <a:lvl1pPr lvl="0" algn="ctr">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a:endParaRPr/>
          </a:p>
        </p:txBody>
      </p:sp>
      <p:sp>
        <p:nvSpPr>
          <p:cNvPr id="60" name="Google Shape;60;p10"/>
          <p:cNvSpPr txBox="1">
            <a:spLocks noGrp="1"/>
          </p:cNvSpPr>
          <p:nvPr>
            <p:ph type="sldNum" idx="12"/>
          </p:nvPr>
        </p:nvSpPr>
        <p:spPr>
          <a:xfrm>
            <a:off x="25831800" y="25425406"/>
            <a:ext cx="8229600" cy="1460400"/>
          </a:xfrm>
          <a:prstGeom prst="rect">
            <a:avLst/>
          </a:prstGeom>
          <a:noFill/>
          <a:ln>
            <a:noFill/>
          </a:ln>
        </p:spPr>
        <p:txBody>
          <a:bodyPr spcFirstLastPara="1" wrap="square" lIns="76200" tIns="38075" rIns="76200" bIns="380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1"/>
          <p:cNvSpPr txBox="1">
            <a:spLocks noGrp="1"/>
          </p:cNvSpPr>
          <p:nvPr>
            <p:ph type="title"/>
          </p:nvPr>
        </p:nvSpPr>
        <p:spPr>
          <a:xfrm>
            <a:off x="2519364" y="1828800"/>
            <a:ext cx="11796600" cy="6400800"/>
          </a:xfrm>
          <a:prstGeom prst="rect">
            <a:avLst/>
          </a:prstGeom>
          <a:noFill/>
          <a:ln>
            <a:noFill/>
          </a:ln>
        </p:spPr>
        <p:txBody>
          <a:bodyPr spcFirstLastPara="1" wrap="square" lIns="76200" tIns="38075" rIns="76200" bIns="38075" anchor="b" anchorCtr="0">
            <a:normAutofit/>
          </a:bodyPr>
          <a:lstStyle>
            <a:lvl1pPr lvl="0" algn="l">
              <a:lnSpc>
                <a:spcPct val="90000"/>
              </a:lnSpc>
              <a:spcBef>
                <a:spcPts val="0"/>
              </a:spcBef>
              <a:spcAft>
                <a:spcPts val="0"/>
              </a:spcAft>
              <a:buClr>
                <a:schemeClr val="dk1"/>
              </a:buClr>
              <a:buSzPts val="12800"/>
              <a:buFont typeface="Calibri"/>
              <a:buNone/>
              <a:defRPr sz="12800"/>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63" name="Google Shape;63;p11"/>
          <p:cNvSpPr>
            <a:spLocks noGrp="1"/>
          </p:cNvSpPr>
          <p:nvPr>
            <p:ph type="pic" idx="2"/>
          </p:nvPr>
        </p:nvSpPr>
        <p:spPr>
          <a:xfrm>
            <a:off x="15549564" y="3949706"/>
            <a:ext cx="18516600" cy="19494600"/>
          </a:xfrm>
          <a:prstGeom prst="rect">
            <a:avLst/>
          </a:prstGeom>
          <a:noFill/>
          <a:ln>
            <a:noFill/>
          </a:ln>
        </p:spPr>
      </p:sp>
      <p:sp>
        <p:nvSpPr>
          <p:cNvPr id="64" name="Google Shape;64;p11"/>
          <p:cNvSpPr txBox="1">
            <a:spLocks noGrp="1"/>
          </p:cNvSpPr>
          <p:nvPr>
            <p:ph type="body" idx="1"/>
          </p:nvPr>
        </p:nvSpPr>
        <p:spPr>
          <a:xfrm>
            <a:off x="2519364" y="8229600"/>
            <a:ext cx="11796600" cy="15246300"/>
          </a:xfrm>
          <a:prstGeom prst="rect">
            <a:avLst/>
          </a:prstGeom>
          <a:noFill/>
          <a:ln>
            <a:noFill/>
          </a:ln>
        </p:spPr>
        <p:txBody>
          <a:bodyPr spcFirstLastPara="1" wrap="square" lIns="76200" tIns="38075" rIns="76200" bIns="38075" anchor="t" anchorCtr="0">
            <a:normAutofit/>
          </a:bodyPr>
          <a:lstStyle>
            <a:lvl1pPr marL="457200" lvl="0" indent="-228600" algn="l">
              <a:lnSpc>
                <a:spcPct val="90000"/>
              </a:lnSpc>
              <a:spcBef>
                <a:spcPts val="4000"/>
              </a:spcBef>
              <a:spcAft>
                <a:spcPts val="0"/>
              </a:spcAft>
              <a:buClr>
                <a:schemeClr val="dk1"/>
              </a:buClr>
              <a:buSzPts val="6400"/>
              <a:buNone/>
              <a:defRPr sz="6400"/>
            </a:lvl1pPr>
            <a:lvl2pPr marL="914400" lvl="1" indent="-228600" algn="l">
              <a:lnSpc>
                <a:spcPct val="90000"/>
              </a:lnSpc>
              <a:spcBef>
                <a:spcPts val="2000"/>
              </a:spcBef>
              <a:spcAft>
                <a:spcPts val="0"/>
              </a:spcAft>
              <a:buClr>
                <a:schemeClr val="dk1"/>
              </a:buClr>
              <a:buSzPts val="5600"/>
              <a:buNone/>
              <a:defRPr sz="5600"/>
            </a:lvl2pPr>
            <a:lvl3pPr marL="1371600" lvl="2" indent="-228600" algn="l">
              <a:lnSpc>
                <a:spcPct val="90000"/>
              </a:lnSpc>
              <a:spcBef>
                <a:spcPts val="2000"/>
              </a:spcBef>
              <a:spcAft>
                <a:spcPts val="0"/>
              </a:spcAft>
              <a:buClr>
                <a:schemeClr val="dk1"/>
              </a:buClr>
              <a:buSzPts val="4800"/>
              <a:buNone/>
              <a:defRPr sz="4800"/>
            </a:lvl3pPr>
            <a:lvl4pPr marL="1828800" lvl="3" indent="-228600" algn="l">
              <a:lnSpc>
                <a:spcPct val="90000"/>
              </a:lnSpc>
              <a:spcBef>
                <a:spcPts val="2000"/>
              </a:spcBef>
              <a:spcAft>
                <a:spcPts val="0"/>
              </a:spcAft>
              <a:buClr>
                <a:schemeClr val="dk1"/>
              </a:buClr>
              <a:buSzPts val="4000"/>
              <a:buNone/>
              <a:defRPr sz="4000"/>
            </a:lvl4pPr>
            <a:lvl5pPr marL="2286000" lvl="4" indent="-228600" algn="l">
              <a:lnSpc>
                <a:spcPct val="90000"/>
              </a:lnSpc>
              <a:spcBef>
                <a:spcPts val="2000"/>
              </a:spcBef>
              <a:spcAft>
                <a:spcPts val="0"/>
              </a:spcAft>
              <a:buClr>
                <a:schemeClr val="dk1"/>
              </a:buClr>
              <a:buSzPts val="4000"/>
              <a:buNone/>
              <a:defRPr sz="4000"/>
            </a:lvl5pPr>
            <a:lvl6pPr marL="2743200" lvl="5" indent="-228600" algn="l">
              <a:lnSpc>
                <a:spcPct val="90000"/>
              </a:lnSpc>
              <a:spcBef>
                <a:spcPts val="2000"/>
              </a:spcBef>
              <a:spcAft>
                <a:spcPts val="0"/>
              </a:spcAft>
              <a:buClr>
                <a:schemeClr val="dk1"/>
              </a:buClr>
              <a:buSzPts val="4000"/>
              <a:buNone/>
              <a:defRPr sz="4000"/>
            </a:lvl6pPr>
            <a:lvl7pPr marL="3200400" lvl="6" indent="-228600" algn="l">
              <a:lnSpc>
                <a:spcPct val="90000"/>
              </a:lnSpc>
              <a:spcBef>
                <a:spcPts val="2000"/>
              </a:spcBef>
              <a:spcAft>
                <a:spcPts val="0"/>
              </a:spcAft>
              <a:buClr>
                <a:schemeClr val="dk1"/>
              </a:buClr>
              <a:buSzPts val="4000"/>
              <a:buNone/>
              <a:defRPr sz="4000"/>
            </a:lvl7pPr>
            <a:lvl8pPr marL="3657600" lvl="7" indent="-228600" algn="l">
              <a:lnSpc>
                <a:spcPct val="90000"/>
              </a:lnSpc>
              <a:spcBef>
                <a:spcPts val="2000"/>
              </a:spcBef>
              <a:spcAft>
                <a:spcPts val="0"/>
              </a:spcAft>
              <a:buClr>
                <a:schemeClr val="dk1"/>
              </a:buClr>
              <a:buSzPts val="4000"/>
              <a:buNone/>
              <a:defRPr sz="4000"/>
            </a:lvl8pPr>
            <a:lvl9pPr marL="4114800" lvl="8" indent="-228600" algn="l">
              <a:lnSpc>
                <a:spcPct val="90000"/>
              </a:lnSpc>
              <a:spcBef>
                <a:spcPts val="2000"/>
              </a:spcBef>
              <a:spcAft>
                <a:spcPts val="0"/>
              </a:spcAft>
              <a:buClr>
                <a:schemeClr val="dk1"/>
              </a:buClr>
              <a:buSzPts val="4000"/>
              <a:buNone/>
              <a:defRPr sz="4000"/>
            </a:lvl9pPr>
          </a:lstStyle>
          <a:p>
            <a:endParaRPr/>
          </a:p>
        </p:txBody>
      </p:sp>
      <p:sp>
        <p:nvSpPr>
          <p:cNvPr id="65" name="Google Shape;65;p11"/>
          <p:cNvSpPr txBox="1">
            <a:spLocks noGrp="1"/>
          </p:cNvSpPr>
          <p:nvPr>
            <p:ph type="dt" idx="10"/>
          </p:nvPr>
        </p:nvSpPr>
        <p:spPr>
          <a:xfrm>
            <a:off x="2514600" y="25425406"/>
            <a:ext cx="8229600" cy="1460400"/>
          </a:xfrm>
          <a:prstGeom prst="rect">
            <a:avLst/>
          </a:prstGeom>
          <a:noFill/>
          <a:ln>
            <a:noFill/>
          </a:ln>
        </p:spPr>
        <p:txBody>
          <a:bodyPr spcFirstLastPara="1" wrap="square" lIns="76200" tIns="38075" rIns="76200" bIns="38075" anchor="ctr" anchorCtr="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a:endParaRPr/>
          </a:p>
        </p:txBody>
      </p:sp>
      <p:sp>
        <p:nvSpPr>
          <p:cNvPr id="66" name="Google Shape;66;p11"/>
          <p:cNvSpPr txBox="1">
            <a:spLocks noGrp="1"/>
          </p:cNvSpPr>
          <p:nvPr>
            <p:ph type="ftr" idx="11"/>
          </p:nvPr>
        </p:nvSpPr>
        <p:spPr>
          <a:xfrm>
            <a:off x="12115800" y="25425406"/>
            <a:ext cx="12344400" cy="1460400"/>
          </a:xfrm>
          <a:prstGeom prst="rect">
            <a:avLst/>
          </a:prstGeom>
          <a:noFill/>
          <a:ln>
            <a:noFill/>
          </a:ln>
        </p:spPr>
        <p:txBody>
          <a:bodyPr spcFirstLastPara="1" wrap="square" lIns="76200" tIns="38075" rIns="76200" bIns="38075" anchor="ctr" anchorCtr="0">
            <a:noAutofit/>
          </a:bodyPr>
          <a:lstStyle>
            <a:lvl1pPr lvl="0" algn="ctr">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a:endParaRPr/>
          </a:p>
        </p:txBody>
      </p:sp>
      <p:sp>
        <p:nvSpPr>
          <p:cNvPr id="67" name="Google Shape;67;p11"/>
          <p:cNvSpPr txBox="1">
            <a:spLocks noGrp="1"/>
          </p:cNvSpPr>
          <p:nvPr>
            <p:ph type="sldNum" idx="12"/>
          </p:nvPr>
        </p:nvSpPr>
        <p:spPr>
          <a:xfrm>
            <a:off x="25831800" y="25425406"/>
            <a:ext cx="8229600" cy="1460400"/>
          </a:xfrm>
          <a:prstGeom prst="rect">
            <a:avLst/>
          </a:prstGeom>
          <a:noFill/>
          <a:ln>
            <a:noFill/>
          </a:ln>
        </p:spPr>
        <p:txBody>
          <a:bodyPr spcFirstLastPara="1" wrap="square" lIns="76200" tIns="38075" rIns="76200" bIns="380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2"/>
          <p:cNvSpPr txBox="1">
            <a:spLocks noGrp="1"/>
          </p:cNvSpPr>
          <p:nvPr>
            <p:ph type="title"/>
          </p:nvPr>
        </p:nvSpPr>
        <p:spPr>
          <a:xfrm>
            <a:off x="2514600" y="1460506"/>
            <a:ext cx="31546800" cy="5302200"/>
          </a:xfrm>
          <a:prstGeom prst="rect">
            <a:avLst/>
          </a:prstGeom>
          <a:noFill/>
          <a:ln>
            <a:noFill/>
          </a:ln>
        </p:spPr>
        <p:txBody>
          <a:bodyPr spcFirstLastPara="1" wrap="square" lIns="76200" tIns="38075" rIns="76200" bIns="38075" anchor="ctr" anchorCtr="0">
            <a:normAutofit/>
          </a:bodyPr>
          <a:lstStyle>
            <a:lvl1pPr lvl="0" algn="l">
              <a:lnSpc>
                <a:spcPct val="90000"/>
              </a:lnSpc>
              <a:spcBef>
                <a:spcPts val="0"/>
              </a:spcBef>
              <a:spcAft>
                <a:spcPts val="0"/>
              </a:spcAft>
              <a:buClr>
                <a:schemeClr val="dk1"/>
              </a:buClr>
              <a:buSzPts val="15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70" name="Google Shape;70;p12"/>
          <p:cNvSpPr txBox="1">
            <a:spLocks noGrp="1"/>
          </p:cNvSpPr>
          <p:nvPr>
            <p:ph type="body" idx="1"/>
          </p:nvPr>
        </p:nvSpPr>
        <p:spPr>
          <a:xfrm rot="5400000">
            <a:off x="9585300" y="231800"/>
            <a:ext cx="17405400" cy="31546800"/>
          </a:xfrm>
          <a:prstGeom prst="rect">
            <a:avLst/>
          </a:prstGeom>
          <a:noFill/>
          <a:ln>
            <a:noFill/>
          </a:ln>
        </p:spPr>
        <p:txBody>
          <a:bodyPr spcFirstLastPara="1" wrap="square" lIns="76200" tIns="38075" rIns="76200" bIns="38075" anchor="t" anchorCtr="0">
            <a:normAutofit/>
          </a:bodyPr>
          <a:lstStyle>
            <a:lvl1pPr marL="457200" lvl="0" indent="-323850" algn="l">
              <a:lnSpc>
                <a:spcPct val="90000"/>
              </a:lnSpc>
              <a:spcBef>
                <a:spcPts val="4000"/>
              </a:spcBef>
              <a:spcAft>
                <a:spcPts val="0"/>
              </a:spcAft>
              <a:buClr>
                <a:schemeClr val="dk1"/>
              </a:buClr>
              <a:buSzPts val="1500"/>
              <a:buChar char="•"/>
              <a:defRPr/>
            </a:lvl1pPr>
            <a:lvl2pPr marL="914400" lvl="1" indent="-323850" algn="l">
              <a:lnSpc>
                <a:spcPct val="90000"/>
              </a:lnSpc>
              <a:spcBef>
                <a:spcPts val="2000"/>
              </a:spcBef>
              <a:spcAft>
                <a:spcPts val="0"/>
              </a:spcAft>
              <a:buClr>
                <a:schemeClr val="dk1"/>
              </a:buClr>
              <a:buSzPts val="1500"/>
              <a:buChar char="•"/>
              <a:defRPr/>
            </a:lvl2pPr>
            <a:lvl3pPr marL="1371600" lvl="2" indent="-323850" algn="l">
              <a:lnSpc>
                <a:spcPct val="90000"/>
              </a:lnSpc>
              <a:spcBef>
                <a:spcPts val="2000"/>
              </a:spcBef>
              <a:spcAft>
                <a:spcPts val="0"/>
              </a:spcAft>
              <a:buClr>
                <a:schemeClr val="dk1"/>
              </a:buClr>
              <a:buSzPts val="1500"/>
              <a:buChar char="•"/>
              <a:defRPr/>
            </a:lvl3pPr>
            <a:lvl4pPr marL="1828800" lvl="3" indent="-323850" algn="l">
              <a:lnSpc>
                <a:spcPct val="90000"/>
              </a:lnSpc>
              <a:spcBef>
                <a:spcPts val="2000"/>
              </a:spcBef>
              <a:spcAft>
                <a:spcPts val="0"/>
              </a:spcAft>
              <a:buClr>
                <a:schemeClr val="dk1"/>
              </a:buClr>
              <a:buSzPts val="1500"/>
              <a:buChar char="•"/>
              <a:defRPr/>
            </a:lvl4pPr>
            <a:lvl5pPr marL="2286000" lvl="4" indent="-323850" algn="l">
              <a:lnSpc>
                <a:spcPct val="90000"/>
              </a:lnSpc>
              <a:spcBef>
                <a:spcPts val="2000"/>
              </a:spcBef>
              <a:spcAft>
                <a:spcPts val="0"/>
              </a:spcAft>
              <a:buClr>
                <a:schemeClr val="dk1"/>
              </a:buClr>
              <a:buSzPts val="1500"/>
              <a:buChar char="•"/>
              <a:defRPr/>
            </a:lvl5pPr>
            <a:lvl6pPr marL="2743200" lvl="5" indent="-323850" algn="l">
              <a:lnSpc>
                <a:spcPct val="90000"/>
              </a:lnSpc>
              <a:spcBef>
                <a:spcPts val="2000"/>
              </a:spcBef>
              <a:spcAft>
                <a:spcPts val="0"/>
              </a:spcAft>
              <a:buClr>
                <a:schemeClr val="dk1"/>
              </a:buClr>
              <a:buSzPts val="1500"/>
              <a:buChar char="•"/>
              <a:defRPr/>
            </a:lvl6pPr>
            <a:lvl7pPr marL="3200400" lvl="6" indent="-323850" algn="l">
              <a:lnSpc>
                <a:spcPct val="90000"/>
              </a:lnSpc>
              <a:spcBef>
                <a:spcPts val="2000"/>
              </a:spcBef>
              <a:spcAft>
                <a:spcPts val="0"/>
              </a:spcAft>
              <a:buClr>
                <a:schemeClr val="dk1"/>
              </a:buClr>
              <a:buSzPts val="1500"/>
              <a:buChar char="•"/>
              <a:defRPr/>
            </a:lvl7pPr>
            <a:lvl8pPr marL="3657600" lvl="7" indent="-323850" algn="l">
              <a:lnSpc>
                <a:spcPct val="90000"/>
              </a:lnSpc>
              <a:spcBef>
                <a:spcPts val="2000"/>
              </a:spcBef>
              <a:spcAft>
                <a:spcPts val="0"/>
              </a:spcAft>
              <a:buClr>
                <a:schemeClr val="dk1"/>
              </a:buClr>
              <a:buSzPts val="1500"/>
              <a:buChar char="•"/>
              <a:defRPr/>
            </a:lvl8pPr>
            <a:lvl9pPr marL="4114800" lvl="8" indent="-323850" algn="l">
              <a:lnSpc>
                <a:spcPct val="90000"/>
              </a:lnSpc>
              <a:spcBef>
                <a:spcPts val="2000"/>
              </a:spcBef>
              <a:spcAft>
                <a:spcPts val="0"/>
              </a:spcAft>
              <a:buClr>
                <a:schemeClr val="dk1"/>
              </a:buClr>
              <a:buSzPts val="1500"/>
              <a:buChar char="•"/>
              <a:defRPr/>
            </a:lvl9pPr>
          </a:lstStyle>
          <a:p>
            <a:endParaRPr/>
          </a:p>
        </p:txBody>
      </p:sp>
      <p:sp>
        <p:nvSpPr>
          <p:cNvPr id="71" name="Google Shape;71;p12"/>
          <p:cNvSpPr txBox="1">
            <a:spLocks noGrp="1"/>
          </p:cNvSpPr>
          <p:nvPr>
            <p:ph type="dt" idx="10"/>
          </p:nvPr>
        </p:nvSpPr>
        <p:spPr>
          <a:xfrm>
            <a:off x="2514600" y="25425406"/>
            <a:ext cx="8229600" cy="1460400"/>
          </a:xfrm>
          <a:prstGeom prst="rect">
            <a:avLst/>
          </a:prstGeom>
          <a:noFill/>
          <a:ln>
            <a:noFill/>
          </a:ln>
        </p:spPr>
        <p:txBody>
          <a:bodyPr spcFirstLastPara="1" wrap="square" lIns="76200" tIns="38075" rIns="76200" bIns="38075" anchor="ctr" anchorCtr="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a:endParaRPr/>
          </a:p>
        </p:txBody>
      </p:sp>
      <p:sp>
        <p:nvSpPr>
          <p:cNvPr id="72" name="Google Shape;72;p12"/>
          <p:cNvSpPr txBox="1">
            <a:spLocks noGrp="1"/>
          </p:cNvSpPr>
          <p:nvPr>
            <p:ph type="ftr" idx="11"/>
          </p:nvPr>
        </p:nvSpPr>
        <p:spPr>
          <a:xfrm>
            <a:off x="12115800" y="25425406"/>
            <a:ext cx="12344400" cy="1460400"/>
          </a:xfrm>
          <a:prstGeom prst="rect">
            <a:avLst/>
          </a:prstGeom>
          <a:noFill/>
          <a:ln>
            <a:noFill/>
          </a:ln>
        </p:spPr>
        <p:txBody>
          <a:bodyPr spcFirstLastPara="1" wrap="square" lIns="76200" tIns="38075" rIns="76200" bIns="38075" anchor="ctr" anchorCtr="0">
            <a:noAutofit/>
          </a:bodyPr>
          <a:lstStyle>
            <a:lvl1pPr lvl="0" algn="ctr">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a:endParaRPr/>
          </a:p>
        </p:txBody>
      </p:sp>
      <p:sp>
        <p:nvSpPr>
          <p:cNvPr id="73" name="Google Shape;73;p12"/>
          <p:cNvSpPr txBox="1">
            <a:spLocks noGrp="1"/>
          </p:cNvSpPr>
          <p:nvPr>
            <p:ph type="sldNum" idx="12"/>
          </p:nvPr>
        </p:nvSpPr>
        <p:spPr>
          <a:xfrm>
            <a:off x="25831800" y="25425406"/>
            <a:ext cx="8229600" cy="1460400"/>
          </a:xfrm>
          <a:prstGeom prst="rect">
            <a:avLst/>
          </a:prstGeom>
          <a:noFill/>
          <a:ln>
            <a:noFill/>
          </a:ln>
        </p:spPr>
        <p:txBody>
          <a:bodyPr spcFirstLastPara="1" wrap="square" lIns="76200" tIns="38075" rIns="76200" bIns="380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3"/>
          <p:cNvSpPr txBox="1">
            <a:spLocks noGrp="1"/>
          </p:cNvSpPr>
          <p:nvPr>
            <p:ph type="title"/>
          </p:nvPr>
        </p:nvSpPr>
        <p:spPr>
          <a:xfrm rot="5400000">
            <a:off x="18494402" y="9140800"/>
            <a:ext cx="23247300" cy="7886700"/>
          </a:xfrm>
          <a:prstGeom prst="rect">
            <a:avLst/>
          </a:prstGeom>
          <a:noFill/>
          <a:ln>
            <a:noFill/>
          </a:ln>
        </p:spPr>
        <p:txBody>
          <a:bodyPr spcFirstLastPara="1" wrap="square" lIns="76200" tIns="38075" rIns="76200" bIns="38075" anchor="ctr" anchorCtr="0">
            <a:normAutofit/>
          </a:bodyPr>
          <a:lstStyle>
            <a:lvl1pPr lvl="0" algn="l">
              <a:lnSpc>
                <a:spcPct val="90000"/>
              </a:lnSpc>
              <a:spcBef>
                <a:spcPts val="0"/>
              </a:spcBef>
              <a:spcAft>
                <a:spcPts val="0"/>
              </a:spcAft>
              <a:buClr>
                <a:schemeClr val="dk1"/>
              </a:buClr>
              <a:buSzPts val="15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76" name="Google Shape;76;p13"/>
          <p:cNvSpPr txBox="1">
            <a:spLocks noGrp="1"/>
          </p:cNvSpPr>
          <p:nvPr>
            <p:ph type="body" idx="1"/>
          </p:nvPr>
        </p:nvSpPr>
        <p:spPr>
          <a:xfrm rot="5400000">
            <a:off x="2492402" y="1482700"/>
            <a:ext cx="23247300" cy="23202900"/>
          </a:xfrm>
          <a:prstGeom prst="rect">
            <a:avLst/>
          </a:prstGeom>
          <a:noFill/>
          <a:ln>
            <a:noFill/>
          </a:ln>
        </p:spPr>
        <p:txBody>
          <a:bodyPr spcFirstLastPara="1" wrap="square" lIns="76200" tIns="38075" rIns="76200" bIns="38075" anchor="t" anchorCtr="0">
            <a:normAutofit/>
          </a:bodyPr>
          <a:lstStyle>
            <a:lvl1pPr marL="457200" lvl="0" indent="-323850" algn="l">
              <a:lnSpc>
                <a:spcPct val="90000"/>
              </a:lnSpc>
              <a:spcBef>
                <a:spcPts val="4000"/>
              </a:spcBef>
              <a:spcAft>
                <a:spcPts val="0"/>
              </a:spcAft>
              <a:buClr>
                <a:schemeClr val="dk1"/>
              </a:buClr>
              <a:buSzPts val="1500"/>
              <a:buChar char="•"/>
              <a:defRPr/>
            </a:lvl1pPr>
            <a:lvl2pPr marL="914400" lvl="1" indent="-323850" algn="l">
              <a:lnSpc>
                <a:spcPct val="90000"/>
              </a:lnSpc>
              <a:spcBef>
                <a:spcPts val="2000"/>
              </a:spcBef>
              <a:spcAft>
                <a:spcPts val="0"/>
              </a:spcAft>
              <a:buClr>
                <a:schemeClr val="dk1"/>
              </a:buClr>
              <a:buSzPts val="1500"/>
              <a:buChar char="•"/>
              <a:defRPr/>
            </a:lvl2pPr>
            <a:lvl3pPr marL="1371600" lvl="2" indent="-323850" algn="l">
              <a:lnSpc>
                <a:spcPct val="90000"/>
              </a:lnSpc>
              <a:spcBef>
                <a:spcPts val="2000"/>
              </a:spcBef>
              <a:spcAft>
                <a:spcPts val="0"/>
              </a:spcAft>
              <a:buClr>
                <a:schemeClr val="dk1"/>
              </a:buClr>
              <a:buSzPts val="1500"/>
              <a:buChar char="•"/>
              <a:defRPr/>
            </a:lvl3pPr>
            <a:lvl4pPr marL="1828800" lvl="3" indent="-323850" algn="l">
              <a:lnSpc>
                <a:spcPct val="90000"/>
              </a:lnSpc>
              <a:spcBef>
                <a:spcPts val="2000"/>
              </a:spcBef>
              <a:spcAft>
                <a:spcPts val="0"/>
              </a:spcAft>
              <a:buClr>
                <a:schemeClr val="dk1"/>
              </a:buClr>
              <a:buSzPts val="1500"/>
              <a:buChar char="•"/>
              <a:defRPr/>
            </a:lvl4pPr>
            <a:lvl5pPr marL="2286000" lvl="4" indent="-323850" algn="l">
              <a:lnSpc>
                <a:spcPct val="90000"/>
              </a:lnSpc>
              <a:spcBef>
                <a:spcPts val="2000"/>
              </a:spcBef>
              <a:spcAft>
                <a:spcPts val="0"/>
              </a:spcAft>
              <a:buClr>
                <a:schemeClr val="dk1"/>
              </a:buClr>
              <a:buSzPts val="1500"/>
              <a:buChar char="•"/>
              <a:defRPr/>
            </a:lvl5pPr>
            <a:lvl6pPr marL="2743200" lvl="5" indent="-323850" algn="l">
              <a:lnSpc>
                <a:spcPct val="90000"/>
              </a:lnSpc>
              <a:spcBef>
                <a:spcPts val="2000"/>
              </a:spcBef>
              <a:spcAft>
                <a:spcPts val="0"/>
              </a:spcAft>
              <a:buClr>
                <a:schemeClr val="dk1"/>
              </a:buClr>
              <a:buSzPts val="1500"/>
              <a:buChar char="•"/>
              <a:defRPr/>
            </a:lvl6pPr>
            <a:lvl7pPr marL="3200400" lvl="6" indent="-323850" algn="l">
              <a:lnSpc>
                <a:spcPct val="90000"/>
              </a:lnSpc>
              <a:spcBef>
                <a:spcPts val="2000"/>
              </a:spcBef>
              <a:spcAft>
                <a:spcPts val="0"/>
              </a:spcAft>
              <a:buClr>
                <a:schemeClr val="dk1"/>
              </a:buClr>
              <a:buSzPts val="1500"/>
              <a:buChar char="•"/>
              <a:defRPr/>
            </a:lvl7pPr>
            <a:lvl8pPr marL="3657600" lvl="7" indent="-323850" algn="l">
              <a:lnSpc>
                <a:spcPct val="90000"/>
              </a:lnSpc>
              <a:spcBef>
                <a:spcPts val="2000"/>
              </a:spcBef>
              <a:spcAft>
                <a:spcPts val="0"/>
              </a:spcAft>
              <a:buClr>
                <a:schemeClr val="dk1"/>
              </a:buClr>
              <a:buSzPts val="1500"/>
              <a:buChar char="•"/>
              <a:defRPr/>
            </a:lvl8pPr>
            <a:lvl9pPr marL="4114800" lvl="8" indent="-323850" algn="l">
              <a:lnSpc>
                <a:spcPct val="90000"/>
              </a:lnSpc>
              <a:spcBef>
                <a:spcPts val="2000"/>
              </a:spcBef>
              <a:spcAft>
                <a:spcPts val="0"/>
              </a:spcAft>
              <a:buClr>
                <a:schemeClr val="dk1"/>
              </a:buClr>
              <a:buSzPts val="1500"/>
              <a:buChar char="•"/>
              <a:defRPr/>
            </a:lvl9pPr>
          </a:lstStyle>
          <a:p>
            <a:endParaRPr/>
          </a:p>
        </p:txBody>
      </p:sp>
      <p:sp>
        <p:nvSpPr>
          <p:cNvPr id="77" name="Google Shape;77;p13"/>
          <p:cNvSpPr txBox="1">
            <a:spLocks noGrp="1"/>
          </p:cNvSpPr>
          <p:nvPr>
            <p:ph type="dt" idx="10"/>
          </p:nvPr>
        </p:nvSpPr>
        <p:spPr>
          <a:xfrm>
            <a:off x="2514600" y="25425406"/>
            <a:ext cx="8229600" cy="1460400"/>
          </a:xfrm>
          <a:prstGeom prst="rect">
            <a:avLst/>
          </a:prstGeom>
          <a:noFill/>
          <a:ln>
            <a:noFill/>
          </a:ln>
        </p:spPr>
        <p:txBody>
          <a:bodyPr spcFirstLastPara="1" wrap="square" lIns="76200" tIns="38075" rIns="76200" bIns="38075" anchor="ctr" anchorCtr="0">
            <a:noAutofit/>
          </a:bodyPr>
          <a:lstStyle>
            <a:lvl1pPr lvl="0" algn="l">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a:endParaRPr/>
          </a:p>
        </p:txBody>
      </p:sp>
      <p:sp>
        <p:nvSpPr>
          <p:cNvPr id="78" name="Google Shape;78;p13"/>
          <p:cNvSpPr txBox="1">
            <a:spLocks noGrp="1"/>
          </p:cNvSpPr>
          <p:nvPr>
            <p:ph type="ftr" idx="11"/>
          </p:nvPr>
        </p:nvSpPr>
        <p:spPr>
          <a:xfrm>
            <a:off x="12115800" y="25425406"/>
            <a:ext cx="12344400" cy="1460400"/>
          </a:xfrm>
          <a:prstGeom prst="rect">
            <a:avLst/>
          </a:prstGeom>
          <a:noFill/>
          <a:ln>
            <a:noFill/>
          </a:ln>
        </p:spPr>
        <p:txBody>
          <a:bodyPr spcFirstLastPara="1" wrap="square" lIns="76200" tIns="38075" rIns="76200" bIns="38075" anchor="ctr" anchorCtr="0">
            <a:noAutofit/>
          </a:bodyPr>
          <a:lstStyle>
            <a:lvl1pPr lvl="0" algn="ctr">
              <a:spcBef>
                <a:spcPts val="0"/>
              </a:spcBef>
              <a:spcAft>
                <a:spcPts val="0"/>
              </a:spcAft>
              <a:buSzPts val="1200"/>
              <a:buNone/>
              <a:defRPr/>
            </a:lvl1pPr>
            <a:lvl2pPr lvl="1" algn="l">
              <a:spcBef>
                <a:spcPts val="0"/>
              </a:spcBef>
              <a:spcAft>
                <a:spcPts val="0"/>
              </a:spcAft>
              <a:buSzPts val="1200"/>
              <a:buNone/>
              <a:defRPr/>
            </a:lvl2pPr>
            <a:lvl3pPr lvl="2" algn="l">
              <a:spcBef>
                <a:spcPts val="0"/>
              </a:spcBef>
              <a:spcAft>
                <a:spcPts val="0"/>
              </a:spcAft>
              <a:buSzPts val="1200"/>
              <a:buNone/>
              <a:defRPr/>
            </a:lvl3pPr>
            <a:lvl4pPr lvl="3" algn="l">
              <a:spcBef>
                <a:spcPts val="0"/>
              </a:spcBef>
              <a:spcAft>
                <a:spcPts val="0"/>
              </a:spcAft>
              <a:buSzPts val="1200"/>
              <a:buNone/>
              <a:defRPr/>
            </a:lvl4pPr>
            <a:lvl5pPr lvl="4" algn="l">
              <a:spcBef>
                <a:spcPts val="0"/>
              </a:spcBef>
              <a:spcAft>
                <a:spcPts val="0"/>
              </a:spcAft>
              <a:buSzPts val="1200"/>
              <a:buNone/>
              <a:defRPr/>
            </a:lvl5pPr>
            <a:lvl6pPr lvl="5" algn="l">
              <a:spcBef>
                <a:spcPts val="0"/>
              </a:spcBef>
              <a:spcAft>
                <a:spcPts val="0"/>
              </a:spcAft>
              <a:buSzPts val="1200"/>
              <a:buNone/>
              <a:defRPr/>
            </a:lvl6pPr>
            <a:lvl7pPr lvl="6" algn="l">
              <a:spcBef>
                <a:spcPts val="0"/>
              </a:spcBef>
              <a:spcAft>
                <a:spcPts val="0"/>
              </a:spcAft>
              <a:buSzPts val="1200"/>
              <a:buNone/>
              <a:defRPr/>
            </a:lvl7pPr>
            <a:lvl8pPr lvl="7" algn="l">
              <a:spcBef>
                <a:spcPts val="0"/>
              </a:spcBef>
              <a:spcAft>
                <a:spcPts val="0"/>
              </a:spcAft>
              <a:buSzPts val="1200"/>
              <a:buNone/>
              <a:defRPr/>
            </a:lvl8pPr>
            <a:lvl9pPr lvl="8" algn="l">
              <a:spcBef>
                <a:spcPts val="0"/>
              </a:spcBef>
              <a:spcAft>
                <a:spcPts val="0"/>
              </a:spcAft>
              <a:buSzPts val="1200"/>
              <a:buNone/>
              <a:defRPr/>
            </a:lvl9pPr>
          </a:lstStyle>
          <a:p>
            <a:endParaRPr/>
          </a:p>
        </p:txBody>
      </p:sp>
      <p:sp>
        <p:nvSpPr>
          <p:cNvPr id="79" name="Google Shape;79;p13"/>
          <p:cNvSpPr txBox="1">
            <a:spLocks noGrp="1"/>
          </p:cNvSpPr>
          <p:nvPr>
            <p:ph type="sldNum" idx="12"/>
          </p:nvPr>
        </p:nvSpPr>
        <p:spPr>
          <a:xfrm>
            <a:off x="25831800" y="25425406"/>
            <a:ext cx="8229600" cy="1460400"/>
          </a:xfrm>
          <a:prstGeom prst="rect">
            <a:avLst/>
          </a:prstGeom>
          <a:noFill/>
          <a:ln>
            <a:noFill/>
          </a:ln>
        </p:spPr>
        <p:txBody>
          <a:bodyPr spcFirstLastPara="1" wrap="square" lIns="76200" tIns="38075" rIns="76200" bIns="380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2514600" y="1460506"/>
            <a:ext cx="31546800" cy="5302200"/>
          </a:xfrm>
          <a:prstGeom prst="rect">
            <a:avLst/>
          </a:prstGeom>
          <a:noFill/>
          <a:ln>
            <a:noFill/>
          </a:ln>
        </p:spPr>
        <p:txBody>
          <a:bodyPr spcFirstLastPara="1" wrap="square" lIns="76200" tIns="38075" rIns="76200" bIns="38075" anchor="ctr" anchorCtr="0">
            <a:normAutofit/>
          </a:bodyPr>
          <a:lstStyle>
            <a:lvl1pPr marR="0" lvl="0" algn="l" rtl="0">
              <a:lnSpc>
                <a:spcPct val="90000"/>
              </a:lnSpc>
              <a:spcBef>
                <a:spcPts val="0"/>
              </a:spcBef>
              <a:spcAft>
                <a:spcPts val="0"/>
              </a:spcAft>
              <a:buClr>
                <a:schemeClr val="dk1"/>
              </a:buClr>
              <a:buSzPts val="17600"/>
              <a:buFont typeface="Calibri"/>
              <a:buNone/>
              <a:defRPr sz="17600" b="0" i="0" u="none" strike="noStrike" cap="none">
                <a:solidFill>
                  <a:schemeClr val="dk1"/>
                </a:solidFill>
                <a:latin typeface="Calibri"/>
                <a:ea typeface="Calibri"/>
                <a:cs typeface="Calibri"/>
                <a:sym typeface="Calibri"/>
              </a:defRPr>
            </a:lvl1pPr>
            <a:lvl2pPr lvl="1">
              <a:spcBef>
                <a:spcPts val="0"/>
              </a:spcBef>
              <a:spcAft>
                <a:spcPts val="0"/>
              </a:spcAft>
              <a:buSzPts val="1200"/>
              <a:buNone/>
              <a:defRPr sz="1500"/>
            </a:lvl2pPr>
            <a:lvl3pPr lvl="2">
              <a:spcBef>
                <a:spcPts val="0"/>
              </a:spcBef>
              <a:spcAft>
                <a:spcPts val="0"/>
              </a:spcAft>
              <a:buSzPts val="1200"/>
              <a:buNone/>
              <a:defRPr sz="1500"/>
            </a:lvl3pPr>
            <a:lvl4pPr lvl="3">
              <a:spcBef>
                <a:spcPts val="0"/>
              </a:spcBef>
              <a:spcAft>
                <a:spcPts val="0"/>
              </a:spcAft>
              <a:buSzPts val="1200"/>
              <a:buNone/>
              <a:defRPr sz="1500"/>
            </a:lvl4pPr>
            <a:lvl5pPr lvl="4">
              <a:spcBef>
                <a:spcPts val="0"/>
              </a:spcBef>
              <a:spcAft>
                <a:spcPts val="0"/>
              </a:spcAft>
              <a:buSzPts val="1200"/>
              <a:buNone/>
              <a:defRPr sz="1500"/>
            </a:lvl5pPr>
            <a:lvl6pPr lvl="5">
              <a:spcBef>
                <a:spcPts val="0"/>
              </a:spcBef>
              <a:spcAft>
                <a:spcPts val="0"/>
              </a:spcAft>
              <a:buSzPts val="1200"/>
              <a:buNone/>
              <a:defRPr sz="1500"/>
            </a:lvl6pPr>
            <a:lvl7pPr lvl="6">
              <a:spcBef>
                <a:spcPts val="0"/>
              </a:spcBef>
              <a:spcAft>
                <a:spcPts val="0"/>
              </a:spcAft>
              <a:buSzPts val="1200"/>
              <a:buNone/>
              <a:defRPr sz="1500"/>
            </a:lvl7pPr>
            <a:lvl8pPr lvl="7">
              <a:spcBef>
                <a:spcPts val="0"/>
              </a:spcBef>
              <a:spcAft>
                <a:spcPts val="0"/>
              </a:spcAft>
              <a:buSzPts val="1200"/>
              <a:buNone/>
              <a:defRPr sz="1500"/>
            </a:lvl8pPr>
            <a:lvl9pPr lvl="8">
              <a:spcBef>
                <a:spcPts val="0"/>
              </a:spcBef>
              <a:spcAft>
                <a:spcPts val="0"/>
              </a:spcAft>
              <a:buSzPts val="1200"/>
              <a:buNone/>
              <a:defRPr sz="1500"/>
            </a:lvl9pPr>
          </a:lstStyle>
          <a:p>
            <a:endParaRPr/>
          </a:p>
        </p:txBody>
      </p:sp>
      <p:sp>
        <p:nvSpPr>
          <p:cNvPr id="7" name="Google Shape;7;p2"/>
          <p:cNvSpPr txBox="1">
            <a:spLocks noGrp="1"/>
          </p:cNvSpPr>
          <p:nvPr>
            <p:ph type="body" idx="1"/>
          </p:nvPr>
        </p:nvSpPr>
        <p:spPr>
          <a:xfrm>
            <a:off x="2514600" y="7302500"/>
            <a:ext cx="31546800" cy="17405400"/>
          </a:xfrm>
          <a:prstGeom prst="rect">
            <a:avLst/>
          </a:prstGeom>
          <a:noFill/>
          <a:ln>
            <a:noFill/>
          </a:ln>
        </p:spPr>
        <p:txBody>
          <a:bodyPr spcFirstLastPara="1" wrap="square" lIns="76200" tIns="38075" rIns="76200" bIns="38075" anchor="t" anchorCtr="0">
            <a:normAutofit/>
          </a:bodyPr>
          <a:lstStyle>
            <a:lvl1pPr marL="457200" marR="0" lvl="0" indent="-939800" algn="l" rtl="0">
              <a:lnSpc>
                <a:spcPct val="90000"/>
              </a:lnSpc>
              <a:spcBef>
                <a:spcPts val="4000"/>
              </a:spcBef>
              <a:spcAft>
                <a:spcPts val="0"/>
              </a:spcAft>
              <a:buClr>
                <a:schemeClr val="dk1"/>
              </a:buClr>
              <a:buSzPts val="11200"/>
              <a:buFont typeface="Arial"/>
              <a:buChar char="•"/>
              <a:defRPr sz="11200" b="0" i="0" u="none" strike="noStrike" cap="none">
                <a:solidFill>
                  <a:schemeClr val="dk1"/>
                </a:solidFill>
                <a:latin typeface="Calibri"/>
                <a:ea typeface="Calibri"/>
                <a:cs typeface="Calibri"/>
                <a:sym typeface="Calibri"/>
              </a:defRPr>
            </a:lvl1pPr>
            <a:lvl2pPr marL="914400" marR="0" lvl="1" indent="-838200" algn="l" rtl="0">
              <a:lnSpc>
                <a:spcPct val="90000"/>
              </a:lnSpc>
              <a:spcBef>
                <a:spcPts val="200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2pPr>
            <a:lvl3pPr marL="1371600" marR="0" lvl="2" indent="-736600" algn="l" rtl="0">
              <a:lnSpc>
                <a:spcPct val="90000"/>
              </a:lnSpc>
              <a:spcBef>
                <a:spcPts val="2000"/>
              </a:spcBef>
              <a:spcAft>
                <a:spcPts val="0"/>
              </a:spcAft>
              <a:buClr>
                <a:schemeClr val="dk1"/>
              </a:buClr>
              <a:buSzPts val="8000"/>
              <a:buFont typeface="Arial"/>
              <a:buChar char="•"/>
              <a:defRPr sz="8000" b="0" i="0" u="none" strike="noStrike" cap="none">
                <a:solidFill>
                  <a:schemeClr val="dk1"/>
                </a:solidFill>
                <a:latin typeface="Calibri"/>
                <a:ea typeface="Calibri"/>
                <a:cs typeface="Calibri"/>
                <a:sym typeface="Calibri"/>
              </a:defRPr>
            </a:lvl3pPr>
            <a:lvl4pPr marL="1828800" marR="0" lvl="3" indent="-685800" algn="l" rtl="0">
              <a:lnSpc>
                <a:spcPct val="90000"/>
              </a:lnSpc>
              <a:spcBef>
                <a:spcPts val="2000"/>
              </a:spcBef>
              <a:spcAft>
                <a:spcPts val="0"/>
              </a:spcAft>
              <a:buClr>
                <a:schemeClr val="dk1"/>
              </a:buClr>
              <a:buSzPts val="7200"/>
              <a:buFont typeface="Arial"/>
              <a:buChar char="•"/>
              <a:defRPr sz="7200" b="0" i="0" u="none" strike="noStrike" cap="none">
                <a:solidFill>
                  <a:schemeClr val="dk1"/>
                </a:solidFill>
                <a:latin typeface="Calibri"/>
                <a:ea typeface="Calibri"/>
                <a:cs typeface="Calibri"/>
                <a:sym typeface="Calibri"/>
              </a:defRPr>
            </a:lvl4pPr>
            <a:lvl5pPr marL="2286000" marR="0" lvl="4" indent="-685800" algn="l" rtl="0">
              <a:lnSpc>
                <a:spcPct val="90000"/>
              </a:lnSpc>
              <a:spcBef>
                <a:spcPts val="2000"/>
              </a:spcBef>
              <a:spcAft>
                <a:spcPts val="0"/>
              </a:spcAft>
              <a:buClr>
                <a:schemeClr val="dk1"/>
              </a:buClr>
              <a:buSzPts val="7200"/>
              <a:buFont typeface="Arial"/>
              <a:buChar char="•"/>
              <a:defRPr sz="7200" b="0" i="0" u="none" strike="noStrike" cap="none">
                <a:solidFill>
                  <a:schemeClr val="dk1"/>
                </a:solidFill>
                <a:latin typeface="Calibri"/>
                <a:ea typeface="Calibri"/>
                <a:cs typeface="Calibri"/>
                <a:sym typeface="Calibri"/>
              </a:defRPr>
            </a:lvl5pPr>
            <a:lvl6pPr marL="2743200" marR="0" lvl="5" indent="-685800" algn="l" rtl="0">
              <a:lnSpc>
                <a:spcPct val="90000"/>
              </a:lnSpc>
              <a:spcBef>
                <a:spcPts val="2000"/>
              </a:spcBef>
              <a:spcAft>
                <a:spcPts val="0"/>
              </a:spcAft>
              <a:buClr>
                <a:schemeClr val="dk1"/>
              </a:buClr>
              <a:buSzPts val="7200"/>
              <a:buFont typeface="Arial"/>
              <a:buChar char="•"/>
              <a:defRPr sz="7200" b="0" i="0" u="none" strike="noStrike" cap="none">
                <a:solidFill>
                  <a:schemeClr val="dk1"/>
                </a:solidFill>
                <a:latin typeface="Calibri"/>
                <a:ea typeface="Calibri"/>
                <a:cs typeface="Calibri"/>
                <a:sym typeface="Calibri"/>
              </a:defRPr>
            </a:lvl6pPr>
            <a:lvl7pPr marL="3200400" marR="0" lvl="6" indent="-685800" algn="l" rtl="0">
              <a:lnSpc>
                <a:spcPct val="90000"/>
              </a:lnSpc>
              <a:spcBef>
                <a:spcPts val="2000"/>
              </a:spcBef>
              <a:spcAft>
                <a:spcPts val="0"/>
              </a:spcAft>
              <a:buClr>
                <a:schemeClr val="dk1"/>
              </a:buClr>
              <a:buSzPts val="7200"/>
              <a:buFont typeface="Arial"/>
              <a:buChar char="•"/>
              <a:defRPr sz="7200" b="0" i="0" u="none" strike="noStrike" cap="none">
                <a:solidFill>
                  <a:schemeClr val="dk1"/>
                </a:solidFill>
                <a:latin typeface="Calibri"/>
                <a:ea typeface="Calibri"/>
                <a:cs typeface="Calibri"/>
                <a:sym typeface="Calibri"/>
              </a:defRPr>
            </a:lvl7pPr>
            <a:lvl8pPr marL="3657600" marR="0" lvl="7" indent="-685800" algn="l" rtl="0">
              <a:lnSpc>
                <a:spcPct val="90000"/>
              </a:lnSpc>
              <a:spcBef>
                <a:spcPts val="2000"/>
              </a:spcBef>
              <a:spcAft>
                <a:spcPts val="0"/>
              </a:spcAft>
              <a:buClr>
                <a:schemeClr val="dk1"/>
              </a:buClr>
              <a:buSzPts val="7200"/>
              <a:buFont typeface="Arial"/>
              <a:buChar char="•"/>
              <a:defRPr sz="7200" b="0" i="0" u="none" strike="noStrike" cap="none">
                <a:solidFill>
                  <a:schemeClr val="dk1"/>
                </a:solidFill>
                <a:latin typeface="Calibri"/>
                <a:ea typeface="Calibri"/>
                <a:cs typeface="Calibri"/>
                <a:sym typeface="Calibri"/>
              </a:defRPr>
            </a:lvl8pPr>
            <a:lvl9pPr marL="4114800" marR="0" lvl="8" indent="-685800" algn="l" rtl="0">
              <a:lnSpc>
                <a:spcPct val="90000"/>
              </a:lnSpc>
              <a:spcBef>
                <a:spcPts val="2000"/>
              </a:spcBef>
              <a:spcAft>
                <a:spcPts val="0"/>
              </a:spcAft>
              <a:buClr>
                <a:schemeClr val="dk1"/>
              </a:buClr>
              <a:buSzPts val="7200"/>
              <a:buFont typeface="Arial"/>
              <a:buChar char="•"/>
              <a:defRPr sz="7200" b="0" i="0" u="none" strike="noStrike" cap="none">
                <a:solidFill>
                  <a:schemeClr val="dk1"/>
                </a:solidFill>
                <a:latin typeface="Calibri"/>
                <a:ea typeface="Calibri"/>
                <a:cs typeface="Calibri"/>
                <a:sym typeface="Calibri"/>
              </a:defRPr>
            </a:lvl9pPr>
          </a:lstStyle>
          <a:p>
            <a:endParaRPr/>
          </a:p>
        </p:txBody>
      </p:sp>
      <p:sp>
        <p:nvSpPr>
          <p:cNvPr id="8" name="Google Shape;8;p2"/>
          <p:cNvSpPr txBox="1">
            <a:spLocks noGrp="1"/>
          </p:cNvSpPr>
          <p:nvPr>
            <p:ph type="dt" idx="10"/>
          </p:nvPr>
        </p:nvSpPr>
        <p:spPr>
          <a:xfrm>
            <a:off x="2514600" y="25425406"/>
            <a:ext cx="8229600" cy="1460400"/>
          </a:xfrm>
          <a:prstGeom prst="rect">
            <a:avLst/>
          </a:prstGeom>
          <a:noFill/>
          <a:ln>
            <a:noFill/>
          </a:ln>
        </p:spPr>
        <p:txBody>
          <a:bodyPr spcFirstLastPara="1" wrap="square" lIns="76200" tIns="38075" rIns="76200" bIns="38075" anchor="ctr" anchorCtr="0">
            <a:noAutofit/>
          </a:bodyPr>
          <a:lstStyle>
            <a:lvl1pPr marR="0" lvl="0" algn="l" rtl="0">
              <a:spcBef>
                <a:spcPts val="0"/>
              </a:spcBef>
              <a:spcAft>
                <a:spcPts val="0"/>
              </a:spcAft>
              <a:buSzPts val="1200"/>
              <a:buNone/>
              <a:defRPr sz="48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200"/>
              <a:buNone/>
              <a:defRPr sz="15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200"/>
              <a:buNone/>
              <a:defRPr sz="15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200"/>
              <a:buNone/>
              <a:defRPr sz="15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200"/>
              <a:buNone/>
              <a:defRPr sz="15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200"/>
              <a:buNone/>
              <a:defRPr sz="15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200"/>
              <a:buNone/>
              <a:defRPr sz="15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200"/>
              <a:buNone/>
              <a:defRPr sz="15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200"/>
              <a:buNone/>
              <a:defRPr sz="1500" b="0" i="0" u="none" strike="noStrike" cap="none">
                <a:solidFill>
                  <a:schemeClr val="dk1"/>
                </a:solidFill>
                <a:latin typeface="Calibri"/>
                <a:ea typeface="Calibri"/>
                <a:cs typeface="Calibri"/>
                <a:sym typeface="Calibri"/>
              </a:defRPr>
            </a:lvl9pPr>
          </a:lstStyle>
          <a:p>
            <a:endParaRPr/>
          </a:p>
        </p:txBody>
      </p:sp>
      <p:sp>
        <p:nvSpPr>
          <p:cNvPr id="9" name="Google Shape;9;p2"/>
          <p:cNvSpPr txBox="1">
            <a:spLocks noGrp="1"/>
          </p:cNvSpPr>
          <p:nvPr>
            <p:ph type="ftr" idx="11"/>
          </p:nvPr>
        </p:nvSpPr>
        <p:spPr>
          <a:xfrm>
            <a:off x="12115800" y="25425406"/>
            <a:ext cx="12344400" cy="1460400"/>
          </a:xfrm>
          <a:prstGeom prst="rect">
            <a:avLst/>
          </a:prstGeom>
          <a:noFill/>
          <a:ln>
            <a:noFill/>
          </a:ln>
        </p:spPr>
        <p:txBody>
          <a:bodyPr spcFirstLastPara="1" wrap="square" lIns="76200" tIns="38075" rIns="76200" bIns="38075" anchor="ctr" anchorCtr="0">
            <a:noAutofit/>
          </a:bodyPr>
          <a:lstStyle>
            <a:lvl1pPr marR="0" lvl="0" algn="ctr" rtl="0">
              <a:spcBef>
                <a:spcPts val="0"/>
              </a:spcBef>
              <a:spcAft>
                <a:spcPts val="0"/>
              </a:spcAft>
              <a:buSzPts val="1200"/>
              <a:buNone/>
              <a:defRPr sz="48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200"/>
              <a:buNone/>
              <a:defRPr sz="15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200"/>
              <a:buNone/>
              <a:defRPr sz="15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200"/>
              <a:buNone/>
              <a:defRPr sz="15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200"/>
              <a:buNone/>
              <a:defRPr sz="15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200"/>
              <a:buNone/>
              <a:defRPr sz="15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200"/>
              <a:buNone/>
              <a:defRPr sz="15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200"/>
              <a:buNone/>
              <a:defRPr sz="15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200"/>
              <a:buNone/>
              <a:defRPr sz="1500" b="0" i="0" u="none" strike="noStrike" cap="none">
                <a:solidFill>
                  <a:schemeClr val="dk1"/>
                </a:solidFill>
                <a:latin typeface="Calibri"/>
                <a:ea typeface="Calibri"/>
                <a:cs typeface="Calibri"/>
                <a:sym typeface="Calibri"/>
              </a:defRPr>
            </a:lvl9pPr>
          </a:lstStyle>
          <a:p>
            <a:endParaRPr/>
          </a:p>
        </p:txBody>
      </p:sp>
      <p:sp>
        <p:nvSpPr>
          <p:cNvPr id="10" name="Google Shape;10;p2"/>
          <p:cNvSpPr txBox="1">
            <a:spLocks noGrp="1"/>
          </p:cNvSpPr>
          <p:nvPr>
            <p:ph type="sldNum" idx="12"/>
          </p:nvPr>
        </p:nvSpPr>
        <p:spPr>
          <a:xfrm>
            <a:off x="25831800" y="25425406"/>
            <a:ext cx="8229600" cy="1460400"/>
          </a:xfrm>
          <a:prstGeom prst="rect">
            <a:avLst/>
          </a:prstGeom>
          <a:noFill/>
          <a:ln>
            <a:noFill/>
          </a:ln>
        </p:spPr>
        <p:txBody>
          <a:bodyPr spcFirstLastPara="1" wrap="square" lIns="76200" tIns="38075" rIns="76200" bIns="38075" anchor="ctr" anchorCtr="0">
            <a:noAutofit/>
          </a:bodyPr>
          <a:lstStyle>
            <a:lvl1pPr marL="0" marR="0" lvl="0" indent="0" algn="r" rtl="0">
              <a:spcBef>
                <a:spcPts val="0"/>
              </a:spcBef>
              <a:buNone/>
              <a:defRPr sz="4800" b="0" i="0" u="none" strike="noStrike" cap="none">
                <a:solidFill>
                  <a:srgbClr val="888888"/>
                </a:solidFill>
                <a:latin typeface="Calibri"/>
                <a:ea typeface="Calibri"/>
                <a:cs typeface="Calibri"/>
                <a:sym typeface="Calibri"/>
              </a:defRPr>
            </a:lvl1pPr>
            <a:lvl2pPr marL="0" marR="0" lvl="1" indent="0" algn="r" rtl="0">
              <a:spcBef>
                <a:spcPts val="0"/>
              </a:spcBef>
              <a:buNone/>
              <a:defRPr sz="4800" b="0" i="0" u="none" strike="noStrike" cap="none">
                <a:solidFill>
                  <a:srgbClr val="888888"/>
                </a:solidFill>
                <a:latin typeface="Calibri"/>
                <a:ea typeface="Calibri"/>
                <a:cs typeface="Calibri"/>
                <a:sym typeface="Calibri"/>
              </a:defRPr>
            </a:lvl2pPr>
            <a:lvl3pPr marL="0" marR="0" lvl="2" indent="0" algn="r" rtl="0">
              <a:spcBef>
                <a:spcPts val="0"/>
              </a:spcBef>
              <a:buNone/>
              <a:defRPr sz="4800" b="0" i="0" u="none" strike="noStrike" cap="none">
                <a:solidFill>
                  <a:srgbClr val="888888"/>
                </a:solidFill>
                <a:latin typeface="Calibri"/>
                <a:ea typeface="Calibri"/>
                <a:cs typeface="Calibri"/>
                <a:sym typeface="Calibri"/>
              </a:defRPr>
            </a:lvl3pPr>
            <a:lvl4pPr marL="0" marR="0" lvl="3" indent="0" algn="r" rtl="0">
              <a:spcBef>
                <a:spcPts val="0"/>
              </a:spcBef>
              <a:buNone/>
              <a:defRPr sz="4800" b="0" i="0" u="none" strike="noStrike" cap="none">
                <a:solidFill>
                  <a:srgbClr val="888888"/>
                </a:solidFill>
                <a:latin typeface="Calibri"/>
                <a:ea typeface="Calibri"/>
                <a:cs typeface="Calibri"/>
                <a:sym typeface="Calibri"/>
              </a:defRPr>
            </a:lvl4pPr>
            <a:lvl5pPr marL="0" marR="0" lvl="4" indent="0" algn="r" rtl="0">
              <a:spcBef>
                <a:spcPts val="0"/>
              </a:spcBef>
              <a:buNone/>
              <a:defRPr sz="4800" b="0" i="0" u="none" strike="noStrike" cap="none">
                <a:solidFill>
                  <a:srgbClr val="888888"/>
                </a:solidFill>
                <a:latin typeface="Calibri"/>
                <a:ea typeface="Calibri"/>
                <a:cs typeface="Calibri"/>
                <a:sym typeface="Calibri"/>
              </a:defRPr>
            </a:lvl5pPr>
            <a:lvl6pPr marL="0" marR="0" lvl="5" indent="0" algn="r" rtl="0">
              <a:spcBef>
                <a:spcPts val="0"/>
              </a:spcBef>
              <a:buNone/>
              <a:defRPr sz="4800" b="0" i="0" u="none" strike="noStrike" cap="none">
                <a:solidFill>
                  <a:srgbClr val="888888"/>
                </a:solidFill>
                <a:latin typeface="Calibri"/>
                <a:ea typeface="Calibri"/>
                <a:cs typeface="Calibri"/>
                <a:sym typeface="Calibri"/>
              </a:defRPr>
            </a:lvl6pPr>
            <a:lvl7pPr marL="0" marR="0" lvl="6" indent="0" algn="r" rtl="0">
              <a:spcBef>
                <a:spcPts val="0"/>
              </a:spcBef>
              <a:buNone/>
              <a:defRPr sz="4800" b="0" i="0" u="none" strike="noStrike" cap="none">
                <a:solidFill>
                  <a:srgbClr val="888888"/>
                </a:solidFill>
                <a:latin typeface="Calibri"/>
                <a:ea typeface="Calibri"/>
                <a:cs typeface="Calibri"/>
                <a:sym typeface="Calibri"/>
              </a:defRPr>
            </a:lvl7pPr>
            <a:lvl8pPr marL="0" marR="0" lvl="7" indent="0" algn="r" rtl="0">
              <a:spcBef>
                <a:spcPts val="0"/>
              </a:spcBef>
              <a:buNone/>
              <a:defRPr sz="4800" b="0" i="0" u="none" strike="noStrike" cap="none">
                <a:solidFill>
                  <a:srgbClr val="888888"/>
                </a:solidFill>
                <a:latin typeface="Calibri"/>
                <a:ea typeface="Calibri"/>
                <a:cs typeface="Calibri"/>
                <a:sym typeface="Calibri"/>
              </a:defRPr>
            </a:lvl8pPr>
            <a:lvl9pPr marL="0" marR="0" lvl="8" indent="0" algn="r" rtl="0">
              <a:spcBef>
                <a:spcPts val="0"/>
              </a:spcBef>
              <a:buNone/>
              <a:defRPr sz="4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jpe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6E9ECB80-A42E-47AB-C21B-FC95665FDCB0}"/>
            </a:ext>
          </a:extLst>
        </p:cNvPr>
        <p:cNvGrpSpPr/>
        <p:nvPr/>
      </p:nvGrpSpPr>
      <p:grpSpPr>
        <a:xfrm>
          <a:off x="0" y="0"/>
          <a:ext cx="0" cy="0"/>
          <a:chOff x="0" y="0"/>
          <a:chExt cx="0" cy="0"/>
        </a:xfrm>
      </p:grpSpPr>
      <p:cxnSp>
        <p:nvCxnSpPr>
          <p:cNvPr id="84" name="Google Shape;84;p1">
            <a:extLst>
              <a:ext uri="{FF2B5EF4-FFF2-40B4-BE49-F238E27FC236}">
                <a16:creationId xmlns:a16="http://schemas.microsoft.com/office/drawing/2014/main" id="{02791983-73FF-C724-4440-A0FF4AFDC286}"/>
              </a:ext>
            </a:extLst>
          </p:cNvPr>
          <p:cNvCxnSpPr/>
          <p:nvPr/>
        </p:nvCxnSpPr>
        <p:spPr>
          <a:xfrm>
            <a:off x="381000" y="295395"/>
            <a:ext cx="35814000" cy="0"/>
          </a:xfrm>
          <a:prstGeom prst="straightConnector1">
            <a:avLst/>
          </a:prstGeom>
          <a:noFill/>
          <a:ln w="228600" cap="flat" cmpd="sng">
            <a:solidFill>
              <a:srgbClr val="002060"/>
            </a:solidFill>
            <a:prstDash val="solid"/>
            <a:miter lim="800000"/>
            <a:headEnd type="none" w="sm" len="sm"/>
            <a:tailEnd type="none" w="sm" len="sm"/>
          </a:ln>
        </p:spPr>
      </p:cxnSp>
      <p:sp>
        <p:nvSpPr>
          <p:cNvPr id="85" name="Google Shape;85;p1">
            <a:extLst>
              <a:ext uri="{FF2B5EF4-FFF2-40B4-BE49-F238E27FC236}">
                <a16:creationId xmlns:a16="http://schemas.microsoft.com/office/drawing/2014/main" id="{D5B1488E-5F8B-10EC-1998-B262EA5A23E2}"/>
              </a:ext>
            </a:extLst>
          </p:cNvPr>
          <p:cNvSpPr/>
          <p:nvPr/>
        </p:nvSpPr>
        <p:spPr>
          <a:xfrm>
            <a:off x="0" y="16570973"/>
            <a:ext cx="15229337" cy="13949"/>
          </a:xfrm>
          <a:custGeom>
            <a:avLst/>
            <a:gdLst/>
            <a:ahLst/>
            <a:cxnLst/>
            <a:rect l="l" t="t" r="r" b="b"/>
            <a:pathLst>
              <a:path w="20104735" h="18415" extrusionOk="0">
                <a:moveTo>
                  <a:pt x="0" y="17828"/>
                </a:moveTo>
                <a:lnTo>
                  <a:pt x="20104125" y="17828"/>
                </a:lnTo>
                <a:lnTo>
                  <a:pt x="20104125" y="0"/>
                </a:lnTo>
                <a:lnTo>
                  <a:pt x="0" y="0"/>
                </a:lnTo>
                <a:lnTo>
                  <a:pt x="0" y="17828"/>
                </a:lnTo>
                <a:close/>
              </a:path>
            </a:pathLst>
          </a:custGeom>
          <a:solidFill>
            <a:srgbClr val="DFE0E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86" name="Google Shape;86;p1">
            <a:extLst>
              <a:ext uri="{FF2B5EF4-FFF2-40B4-BE49-F238E27FC236}">
                <a16:creationId xmlns:a16="http://schemas.microsoft.com/office/drawing/2014/main" id="{18C789B4-7377-C998-1D54-A0D9D010B5D7}"/>
              </a:ext>
            </a:extLst>
          </p:cNvPr>
          <p:cNvSpPr/>
          <p:nvPr/>
        </p:nvSpPr>
        <p:spPr>
          <a:xfrm>
            <a:off x="0" y="26670000"/>
            <a:ext cx="36590616" cy="761858"/>
          </a:xfrm>
          <a:custGeom>
            <a:avLst/>
            <a:gdLst/>
            <a:ahLst/>
            <a:cxnLst/>
            <a:rect l="l" t="t" r="r" b="b"/>
            <a:pathLst>
              <a:path w="20104734" h="318769" extrusionOk="0">
                <a:moveTo>
                  <a:pt x="20104125" y="0"/>
                </a:moveTo>
                <a:lnTo>
                  <a:pt x="0" y="0"/>
                </a:lnTo>
                <a:lnTo>
                  <a:pt x="0" y="318622"/>
                </a:lnTo>
                <a:lnTo>
                  <a:pt x="20104125" y="318622"/>
                </a:lnTo>
                <a:lnTo>
                  <a:pt x="20104125" y="0"/>
                </a:lnTo>
                <a:close/>
              </a:path>
            </a:pathLst>
          </a:custGeom>
          <a:solidFill>
            <a:srgbClr val="94001A"/>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87" name="Google Shape;87;p1">
            <a:extLst>
              <a:ext uri="{FF2B5EF4-FFF2-40B4-BE49-F238E27FC236}">
                <a16:creationId xmlns:a16="http://schemas.microsoft.com/office/drawing/2014/main" id="{FDFEBAD5-7900-435A-F992-A87D0D575761}"/>
              </a:ext>
            </a:extLst>
          </p:cNvPr>
          <p:cNvSpPr txBox="1"/>
          <p:nvPr/>
        </p:nvSpPr>
        <p:spPr>
          <a:xfrm>
            <a:off x="7614668" y="1020125"/>
            <a:ext cx="22238854" cy="1284873"/>
          </a:xfrm>
          <a:prstGeom prst="rect">
            <a:avLst/>
          </a:prstGeom>
          <a:noFill/>
          <a:ln>
            <a:noFill/>
          </a:ln>
        </p:spPr>
        <p:txBody>
          <a:bodyPr spcFirstLastPara="1" wrap="square" lIns="0" tIns="10575" rIns="0" bIns="0" anchor="b" anchorCtr="0">
            <a:spAutoFit/>
          </a:bodyPr>
          <a:lstStyle/>
          <a:p>
            <a:pPr marL="12700" marR="0" lvl="0" indent="0" algn="ctr" rtl="0">
              <a:lnSpc>
                <a:spcPct val="90000"/>
              </a:lnSpc>
              <a:spcBef>
                <a:spcPts val="0"/>
              </a:spcBef>
              <a:spcAft>
                <a:spcPts val="0"/>
              </a:spcAft>
              <a:buClr>
                <a:srgbClr val="002060"/>
              </a:buClr>
              <a:buSzPts val="9200"/>
              <a:buFont typeface="Garamond"/>
              <a:buNone/>
            </a:pPr>
            <a:r>
              <a:rPr lang="en-US" sz="9200" dirty="0">
                <a:solidFill>
                  <a:srgbClr val="002060"/>
                </a:solidFill>
                <a:latin typeface="Garamond"/>
                <a:ea typeface="Garamond"/>
                <a:cs typeface="Garamond"/>
                <a:sym typeface="Garamond"/>
              </a:rPr>
              <a:t>Learning Augmented MPC for Attitude Control</a:t>
            </a:r>
            <a:endParaRPr sz="9200" b="0" u="none" dirty="0">
              <a:solidFill>
                <a:srgbClr val="002060"/>
              </a:solidFill>
              <a:latin typeface="Garamond"/>
              <a:ea typeface="Garamond"/>
              <a:cs typeface="Garamond"/>
              <a:sym typeface="Garamond"/>
            </a:endParaRPr>
          </a:p>
        </p:txBody>
      </p:sp>
      <p:sp>
        <p:nvSpPr>
          <p:cNvPr id="88" name="Google Shape;88;p1">
            <a:extLst>
              <a:ext uri="{FF2B5EF4-FFF2-40B4-BE49-F238E27FC236}">
                <a16:creationId xmlns:a16="http://schemas.microsoft.com/office/drawing/2014/main" id="{70F833F4-5C49-4B4A-59F1-EC19D27D5E56}"/>
              </a:ext>
            </a:extLst>
          </p:cNvPr>
          <p:cNvSpPr txBox="1"/>
          <p:nvPr/>
        </p:nvSpPr>
        <p:spPr>
          <a:xfrm>
            <a:off x="11666173" y="2266699"/>
            <a:ext cx="13243800" cy="800400"/>
          </a:xfrm>
          <a:prstGeom prst="rect">
            <a:avLst/>
          </a:prstGeom>
          <a:noFill/>
          <a:ln>
            <a:noFill/>
          </a:ln>
        </p:spPr>
        <p:txBody>
          <a:bodyPr spcFirstLastPara="1" wrap="square" lIns="76200" tIns="38075" rIns="76200" bIns="38075" anchor="t" anchorCtr="0">
            <a:spAutoFit/>
          </a:bodyPr>
          <a:lstStyle/>
          <a:p>
            <a:pPr marL="0" marR="0" lvl="0" indent="0" algn="ctr" rtl="0">
              <a:spcBef>
                <a:spcPts val="0"/>
              </a:spcBef>
              <a:spcAft>
                <a:spcPts val="0"/>
              </a:spcAft>
              <a:buNone/>
            </a:pPr>
            <a:r>
              <a:rPr lang="en-US" sz="4700" dirty="0">
                <a:solidFill>
                  <a:srgbClr val="01246D"/>
                </a:solidFill>
                <a:latin typeface="Open Sans Light"/>
                <a:ea typeface="Open Sans Light"/>
                <a:cs typeface="Open Sans Light"/>
                <a:sym typeface="Open Sans Light"/>
              </a:rPr>
              <a:t>Luca Byrnes</a:t>
            </a:r>
            <a:endParaRPr sz="4700" dirty="0">
              <a:solidFill>
                <a:schemeClr val="dk1"/>
              </a:solidFill>
              <a:latin typeface="Open Sans Light"/>
              <a:ea typeface="Open Sans Light"/>
              <a:cs typeface="Open Sans Light"/>
              <a:sym typeface="Open Sans Light"/>
            </a:endParaRPr>
          </a:p>
        </p:txBody>
      </p:sp>
      <p:grpSp>
        <p:nvGrpSpPr>
          <p:cNvPr id="89" name="Google Shape;89;p1">
            <a:extLst>
              <a:ext uri="{FF2B5EF4-FFF2-40B4-BE49-F238E27FC236}">
                <a16:creationId xmlns:a16="http://schemas.microsoft.com/office/drawing/2014/main" id="{CEDCC9BB-E4BD-F619-FA48-10F03DDE84C3}"/>
              </a:ext>
            </a:extLst>
          </p:cNvPr>
          <p:cNvGrpSpPr/>
          <p:nvPr/>
        </p:nvGrpSpPr>
        <p:grpSpPr>
          <a:xfrm>
            <a:off x="9478426" y="2648213"/>
            <a:ext cx="17617645" cy="11546"/>
            <a:chOff x="11970330" y="3111480"/>
            <a:chExt cx="21142020" cy="13856"/>
          </a:xfrm>
        </p:grpSpPr>
        <p:cxnSp>
          <p:nvCxnSpPr>
            <p:cNvPr id="90" name="Google Shape;90;p1">
              <a:extLst>
                <a:ext uri="{FF2B5EF4-FFF2-40B4-BE49-F238E27FC236}">
                  <a16:creationId xmlns:a16="http://schemas.microsoft.com/office/drawing/2014/main" id="{6E1DB1F0-7141-BFEC-E3B2-2D510C6CBD77}"/>
                </a:ext>
              </a:extLst>
            </p:cNvPr>
            <p:cNvCxnSpPr/>
            <p:nvPr/>
          </p:nvCxnSpPr>
          <p:spPr>
            <a:xfrm>
              <a:off x="11970330" y="3125336"/>
              <a:ext cx="3657600" cy="0"/>
            </a:xfrm>
            <a:prstGeom prst="straightConnector1">
              <a:avLst/>
            </a:prstGeom>
            <a:noFill/>
            <a:ln w="152400" cap="flat" cmpd="sng">
              <a:solidFill>
                <a:srgbClr val="002060"/>
              </a:solidFill>
              <a:prstDash val="solid"/>
              <a:miter lim="800000"/>
              <a:headEnd type="none" w="sm" len="sm"/>
              <a:tailEnd type="none" w="sm" len="sm"/>
            </a:ln>
          </p:spPr>
        </p:cxnSp>
        <p:cxnSp>
          <p:nvCxnSpPr>
            <p:cNvPr id="91" name="Google Shape;91;p1">
              <a:extLst>
                <a:ext uri="{FF2B5EF4-FFF2-40B4-BE49-F238E27FC236}">
                  <a16:creationId xmlns:a16="http://schemas.microsoft.com/office/drawing/2014/main" id="{B33D0E1E-0BB2-F045-B452-06E1A08791E9}"/>
                </a:ext>
              </a:extLst>
            </p:cNvPr>
            <p:cNvCxnSpPr/>
            <p:nvPr/>
          </p:nvCxnSpPr>
          <p:spPr>
            <a:xfrm>
              <a:off x="29454750" y="3111480"/>
              <a:ext cx="3657600" cy="0"/>
            </a:xfrm>
            <a:prstGeom prst="straightConnector1">
              <a:avLst/>
            </a:prstGeom>
            <a:noFill/>
            <a:ln w="152400" cap="flat" cmpd="sng">
              <a:solidFill>
                <a:srgbClr val="002060"/>
              </a:solidFill>
              <a:prstDash val="solid"/>
              <a:miter lim="800000"/>
              <a:headEnd type="none" w="sm" len="sm"/>
              <a:tailEnd type="none" w="sm" len="sm"/>
            </a:ln>
          </p:spPr>
        </p:cxnSp>
      </p:grpSp>
      <p:grpSp>
        <p:nvGrpSpPr>
          <p:cNvPr id="92" name="Google Shape;92;p1">
            <a:extLst>
              <a:ext uri="{FF2B5EF4-FFF2-40B4-BE49-F238E27FC236}">
                <a16:creationId xmlns:a16="http://schemas.microsoft.com/office/drawing/2014/main" id="{AF80FF0D-429B-C36F-687B-5A6021E4F995}"/>
              </a:ext>
            </a:extLst>
          </p:cNvPr>
          <p:cNvGrpSpPr/>
          <p:nvPr/>
        </p:nvGrpSpPr>
        <p:grpSpPr>
          <a:xfrm>
            <a:off x="310245" y="3916612"/>
            <a:ext cx="11625949" cy="11804848"/>
            <a:chOff x="233973" y="4216406"/>
            <a:chExt cx="14073000" cy="9213900"/>
          </a:xfrm>
        </p:grpSpPr>
        <p:sp>
          <p:nvSpPr>
            <p:cNvPr id="93" name="Google Shape;93;p1">
              <a:extLst>
                <a:ext uri="{FF2B5EF4-FFF2-40B4-BE49-F238E27FC236}">
                  <a16:creationId xmlns:a16="http://schemas.microsoft.com/office/drawing/2014/main" id="{EDF658CC-F03D-4D35-CE0C-57C8C006D4D2}"/>
                </a:ext>
              </a:extLst>
            </p:cNvPr>
            <p:cNvSpPr/>
            <p:nvPr/>
          </p:nvSpPr>
          <p:spPr>
            <a:xfrm>
              <a:off x="233973" y="4216406"/>
              <a:ext cx="14073000" cy="9213900"/>
            </a:xfrm>
            <a:prstGeom prst="rect">
              <a:avLst/>
            </a:prstGeom>
            <a:solidFill>
              <a:schemeClr val="lt1"/>
            </a:solidFill>
            <a:ln w="38100" cap="flat" cmpd="sng">
              <a:solidFill>
                <a:srgbClr val="95001A"/>
              </a:solidFill>
              <a:prstDash val="solid"/>
              <a:miter lim="800000"/>
              <a:headEnd type="none" w="sm" len="sm"/>
              <a:tailEnd type="none" w="sm" len="sm"/>
            </a:ln>
            <a:effectLst>
              <a:outerShdw blurRad="50800" dist="127000" dir="8100000" algn="tr" rotWithShape="0">
                <a:srgbClr val="000000">
                  <a:alpha val="40000"/>
                </a:srgbClr>
              </a:outerShdw>
            </a:effectLst>
          </p:spPr>
          <p:txBody>
            <a:bodyPr spcFirstLastPara="1" wrap="square" lIns="274320" tIns="38075" rIns="274320" bIns="38075" anchor="t" anchorCtr="0">
              <a:noAutofit/>
            </a:bodyPr>
            <a:lstStyle/>
            <a:p>
              <a:pPr marL="0" marR="0" lvl="0" indent="0" algn="l" rtl="0">
                <a:spcBef>
                  <a:spcPts val="0"/>
                </a:spcBef>
                <a:spcAft>
                  <a:spcPts val="0"/>
                </a:spcAft>
                <a:buNone/>
              </a:pPr>
              <a:endParaRPr sz="3600" dirty="0">
                <a:solidFill>
                  <a:schemeClr val="dk1"/>
                </a:solidFill>
                <a:latin typeface="Open Sans"/>
                <a:ea typeface="Open Sans"/>
                <a:cs typeface="Open Sans"/>
                <a:sym typeface="Open Sans"/>
              </a:endParaRPr>
            </a:p>
            <a:p>
              <a:pPr marL="12700" marR="0" lvl="0" indent="0" algn="l" rtl="0">
                <a:lnSpc>
                  <a:spcPct val="100800"/>
                </a:lnSpc>
                <a:spcBef>
                  <a:spcPts val="1600"/>
                </a:spcBef>
                <a:spcAft>
                  <a:spcPts val="0"/>
                </a:spcAft>
                <a:buNone/>
              </a:pPr>
              <a:endParaRPr lang="en-US" sz="1200" dirty="0">
                <a:solidFill>
                  <a:schemeClr val="dk1"/>
                </a:solidFill>
                <a:latin typeface="Open Sans"/>
                <a:ea typeface="Open Sans"/>
                <a:cs typeface="Open Sans"/>
                <a:sym typeface="Open Sans"/>
              </a:endParaRPr>
            </a:p>
            <a:p>
              <a:pPr marL="12700" lvl="2">
                <a:lnSpc>
                  <a:spcPct val="100800"/>
                </a:lnSpc>
                <a:spcBef>
                  <a:spcPts val="1600"/>
                </a:spcBef>
              </a:pPr>
              <a:r>
                <a:rPr lang="en-US" sz="2800" dirty="0">
                  <a:solidFill>
                    <a:schemeClr val="dk1"/>
                  </a:solidFill>
                  <a:latin typeface="Open Sans"/>
                  <a:ea typeface="Open Sans"/>
                  <a:cs typeface="Open Sans"/>
                  <a:sym typeface="Open Sans"/>
                </a:rPr>
                <a:t>Attitude (orientation) control is one of the most fundamental problems in spacecraft operation. Every subsystem onboard including solar panels, sensors, and propulsion depends on maintaining a certain orientation. Achieving this reliably is challenging because spacecraft follow rigid body dynamics, which are highly nonlinear. Despite these nonlinearities, the space industry’s current gold standard remains Linear Quadratic Regulator (LQR) control. This controller relies on the system dynamics model to be accurate and locally linear, otherwise the performance degrades. What if we use a controller better equipped to handle nonlinearities? and that had the ability to learn model error?</a:t>
              </a:r>
            </a:p>
          </p:txBody>
        </p:sp>
        <p:sp>
          <p:nvSpPr>
            <p:cNvPr id="94" name="Google Shape;94;p1">
              <a:extLst>
                <a:ext uri="{FF2B5EF4-FFF2-40B4-BE49-F238E27FC236}">
                  <a16:creationId xmlns:a16="http://schemas.microsoft.com/office/drawing/2014/main" id="{C213FC19-B2D0-D88A-DA46-22A99DDB6BC5}"/>
                </a:ext>
              </a:extLst>
            </p:cNvPr>
            <p:cNvSpPr/>
            <p:nvPr/>
          </p:nvSpPr>
          <p:spPr>
            <a:xfrm>
              <a:off x="233973" y="4216406"/>
              <a:ext cx="14073000" cy="827400"/>
            </a:xfrm>
            <a:prstGeom prst="rect">
              <a:avLst/>
            </a:prstGeom>
            <a:solidFill>
              <a:srgbClr val="95001A"/>
            </a:solidFill>
            <a:ln w="38100" cap="flat" cmpd="sng">
              <a:solidFill>
                <a:srgbClr val="95001A"/>
              </a:solidFill>
              <a:prstDash val="solid"/>
              <a:miter lim="800000"/>
              <a:headEnd type="none" w="sm" len="sm"/>
              <a:tailEnd type="none" w="sm" len="sm"/>
            </a:ln>
          </p:spPr>
          <p:txBody>
            <a:bodyPr spcFirstLastPara="1" wrap="square" lIns="76200" tIns="38075" rIns="76200" bIns="38075" anchor="ctr" anchorCtr="0">
              <a:noAutofit/>
            </a:bodyPr>
            <a:lstStyle/>
            <a:p>
              <a:pPr marL="381000" marR="0" lvl="1" indent="0" algn="l" rtl="0">
                <a:spcBef>
                  <a:spcPts val="0"/>
                </a:spcBef>
                <a:spcAft>
                  <a:spcPts val="0"/>
                </a:spcAft>
                <a:buNone/>
              </a:pPr>
              <a:r>
                <a:rPr lang="en-US" sz="4000" dirty="0">
                  <a:solidFill>
                    <a:schemeClr val="lt1"/>
                  </a:solidFill>
                </a:rPr>
                <a:t>Motivation</a:t>
              </a:r>
              <a:endParaRPr sz="1200" dirty="0"/>
            </a:p>
          </p:txBody>
        </p:sp>
      </p:grpSp>
      <p:grpSp>
        <p:nvGrpSpPr>
          <p:cNvPr id="95" name="Google Shape;95;p1">
            <a:extLst>
              <a:ext uri="{FF2B5EF4-FFF2-40B4-BE49-F238E27FC236}">
                <a16:creationId xmlns:a16="http://schemas.microsoft.com/office/drawing/2014/main" id="{846C0E24-B395-7B89-E21A-8A9D00735A6D}"/>
              </a:ext>
            </a:extLst>
          </p:cNvPr>
          <p:cNvGrpSpPr/>
          <p:nvPr/>
        </p:nvGrpSpPr>
        <p:grpSpPr>
          <a:xfrm>
            <a:off x="12428157" y="3939580"/>
            <a:ext cx="11620036" cy="22076849"/>
            <a:chOff x="233983" y="4216380"/>
            <a:chExt cx="14072700" cy="14890948"/>
          </a:xfrm>
        </p:grpSpPr>
        <mc:AlternateContent xmlns:mc="http://schemas.openxmlformats.org/markup-compatibility/2006">
          <mc:Choice xmlns:a14="http://schemas.microsoft.com/office/drawing/2010/main" Requires="a14">
            <p:sp>
              <p:nvSpPr>
                <p:cNvPr id="96" name="Google Shape;96;p1">
                  <a:extLst>
                    <a:ext uri="{FF2B5EF4-FFF2-40B4-BE49-F238E27FC236}">
                      <a16:creationId xmlns:a16="http://schemas.microsoft.com/office/drawing/2014/main" id="{01D152FC-8875-F25D-D3DC-758E7546CC47}"/>
                    </a:ext>
                  </a:extLst>
                </p:cNvPr>
                <p:cNvSpPr/>
                <p:nvPr/>
              </p:nvSpPr>
              <p:spPr>
                <a:xfrm>
                  <a:off x="233983" y="4216528"/>
                  <a:ext cx="14072700" cy="14890800"/>
                </a:xfrm>
                <a:prstGeom prst="rect">
                  <a:avLst/>
                </a:prstGeom>
                <a:solidFill>
                  <a:schemeClr val="lt1"/>
                </a:solidFill>
                <a:ln w="38100" cap="flat" cmpd="sng">
                  <a:solidFill>
                    <a:srgbClr val="95001A"/>
                  </a:solidFill>
                  <a:prstDash val="solid"/>
                  <a:miter lim="800000"/>
                  <a:headEnd type="none" w="sm" len="sm"/>
                  <a:tailEnd type="none" w="sm" len="sm"/>
                </a:ln>
                <a:effectLst>
                  <a:outerShdw blurRad="50800" dist="127000" dir="8100000" algn="tr" rotWithShape="0">
                    <a:srgbClr val="000000">
                      <a:alpha val="40000"/>
                    </a:srgbClr>
                  </a:outerShdw>
                </a:effectLst>
              </p:spPr>
              <p:txBody>
                <a:bodyPr spcFirstLastPara="1" wrap="square" lIns="182880" tIns="38075" rIns="76200" bIns="38075" anchor="t" anchorCtr="0">
                  <a:noAutofit/>
                </a:bodyPr>
                <a:lstStyle/>
                <a:p>
                  <a:pPr marL="0" marR="0" lvl="0" indent="0" algn="l" rtl="0">
                    <a:spcBef>
                      <a:spcPts val="0"/>
                    </a:spcBef>
                    <a:spcAft>
                      <a:spcPts val="0"/>
                    </a:spcAft>
                    <a:buNone/>
                  </a:pPr>
                  <a:endParaRPr lang="en-US" sz="3600" dirty="0">
                    <a:solidFill>
                      <a:schemeClr val="dk1"/>
                    </a:solidFill>
                    <a:latin typeface="Open Sans"/>
                    <a:ea typeface="Open Sans"/>
                    <a:cs typeface="Open Sans"/>
                    <a:sym typeface="Open Sans"/>
                  </a:endParaRPr>
                </a:p>
                <a:p>
                  <a:pPr marL="0" marR="0" lvl="0" indent="0" algn="l" rtl="0">
                    <a:spcBef>
                      <a:spcPts val="500"/>
                    </a:spcBef>
                    <a:spcAft>
                      <a:spcPts val="0"/>
                    </a:spcAft>
                    <a:buNone/>
                  </a:pPr>
                  <a:endParaRPr lang="en-US" sz="3600" dirty="0">
                    <a:solidFill>
                      <a:schemeClr val="dk1"/>
                    </a:solidFill>
                    <a:latin typeface="Open Sans"/>
                    <a:ea typeface="Open Sans"/>
                    <a:cs typeface="Open Sans"/>
                    <a:sym typeface="Open Sans"/>
                  </a:endParaRPr>
                </a:p>
                <a:p>
                  <a:pPr lvl="0">
                    <a:spcBef>
                      <a:spcPts val="500"/>
                    </a:spcBef>
                  </a:pPr>
                  <a:r>
                    <a:rPr lang="en-US" sz="3200" b="1" dirty="0">
                      <a:latin typeface="+mj-lt"/>
                      <a:ea typeface="Open Sans" panose="020B0606030504020204" pitchFamily="34" charset="0"/>
                      <a:cs typeface="Open Sans" panose="020B0606030504020204" pitchFamily="34" charset="0"/>
                    </a:rPr>
                    <a:t>1. Spacecraft Dynamics Modeling</a:t>
                  </a:r>
                </a:p>
                <a:p>
                  <a:pPr>
                    <a:spcBef>
                      <a:spcPts val="500"/>
                    </a:spcBef>
                  </a:pPr>
                  <a:r>
                    <a:rPr lang="en-US" sz="2800" dirty="0">
                      <a:latin typeface="Open Sans" panose="020B0606030504020204" pitchFamily="34" charset="0"/>
                      <a:ea typeface="Open Sans" panose="020B0606030504020204" pitchFamily="34" charset="0"/>
                      <a:cs typeface="Open Sans" panose="020B0606030504020204" pitchFamily="34" charset="0"/>
                    </a:rPr>
                    <a:t>The spacecraft is modeled as a rigid body with rotational </a:t>
                  </a:r>
                  <a:r>
                    <a:rPr lang="it-IT" sz="2800" dirty="0">
                      <a:latin typeface="Open Sans" panose="020B0606030504020204" pitchFamily="34" charset="0"/>
                      <a:ea typeface="Open Sans" panose="020B0606030504020204" pitchFamily="34" charset="0"/>
                      <a:cs typeface="Open Sans" panose="020B0606030504020204" pitchFamily="34" charset="0"/>
                    </a:rPr>
                    <a:t>dynamics</a:t>
                  </a:r>
                  <a:endParaRPr lang="en-US" sz="2800" i="1" dirty="0">
                    <a:latin typeface="Open Sans" panose="020B0606030504020204" pitchFamily="34" charset="0"/>
                    <a:ea typeface="Open Sans" panose="020B0606030504020204" pitchFamily="34" charset="0"/>
                    <a:cs typeface="Open Sans" panose="020B0606030504020204" pitchFamily="34" charset="0"/>
                  </a:endParaRPr>
                </a:p>
                <a:p>
                  <a:pPr lvl="0">
                    <a:spcBef>
                      <a:spcPts val="500"/>
                    </a:spcBef>
                  </a:pPr>
                  <a14:m>
                    <m:oMathPara xmlns:m="http://schemas.openxmlformats.org/officeDocument/2006/math">
                      <m:oMathParaPr>
                        <m:jc m:val="centerGroup"/>
                      </m:oMathParaPr>
                      <m:oMath xmlns:m="http://schemas.openxmlformats.org/officeDocument/2006/math">
                        <m:acc>
                          <m:accPr>
                            <m:chr m:val="̇"/>
                            <m:ctrlPr>
                              <a:rPr lang="en-US" sz="3200" i="1">
                                <a:solidFill>
                                  <a:schemeClr val="dk1"/>
                                </a:solidFill>
                                <a:latin typeface="Cambria Math" panose="02040503050406030204" pitchFamily="18" charset="0"/>
                                <a:ea typeface="Open Sans"/>
                                <a:cs typeface="Open Sans"/>
                                <a:sym typeface="Open Sans"/>
                              </a:rPr>
                            </m:ctrlPr>
                          </m:accPr>
                          <m:e>
                            <m:r>
                              <a:rPr lang="en-US" sz="3200" i="1">
                                <a:solidFill>
                                  <a:schemeClr val="dk1"/>
                                </a:solidFill>
                                <a:latin typeface="Cambria Math" panose="02040503050406030204" pitchFamily="18" charset="0"/>
                                <a:ea typeface="Open Sans"/>
                                <a:cs typeface="Open Sans"/>
                                <a:sym typeface="Open Sans"/>
                              </a:rPr>
                              <m:t>𝑞</m:t>
                            </m:r>
                          </m:e>
                        </m:acc>
                        <m:r>
                          <a:rPr lang="en-US" sz="3200" i="1">
                            <a:solidFill>
                              <a:schemeClr val="dk1"/>
                            </a:solidFill>
                            <a:latin typeface="Cambria Math" panose="02040503050406030204" pitchFamily="18" charset="0"/>
                            <a:ea typeface="Open Sans"/>
                            <a:cs typeface="Open Sans"/>
                            <a:sym typeface="Open Sans"/>
                          </a:rPr>
                          <m:t>=</m:t>
                        </m:r>
                        <m:f>
                          <m:fPr>
                            <m:ctrlPr>
                              <a:rPr lang="en-US" sz="3200" i="1">
                                <a:solidFill>
                                  <a:schemeClr val="dk1"/>
                                </a:solidFill>
                                <a:latin typeface="Cambria Math" panose="02040503050406030204" pitchFamily="18" charset="0"/>
                                <a:ea typeface="Open Sans"/>
                                <a:cs typeface="Open Sans"/>
                                <a:sym typeface="Open Sans"/>
                              </a:rPr>
                            </m:ctrlPr>
                          </m:fPr>
                          <m:num>
                            <m:r>
                              <a:rPr lang="en-US" sz="3200" i="1">
                                <a:solidFill>
                                  <a:schemeClr val="dk1"/>
                                </a:solidFill>
                                <a:latin typeface="Cambria Math" panose="02040503050406030204" pitchFamily="18" charset="0"/>
                                <a:ea typeface="Open Sans"/>
                                <a:cs typeface="Open Sans"/>
                                <a:sym typeface="Open Sans"/>
                              </a:rPr>
                              <m:t>1</m:t>
                            </m:r>
                          </m:num>
                          <m:den>
                            <m:r>
                              <a:rPr lang="en-US" sz="3200" i="1">
                                <a:solidFill>
                                  <a:schemeClr val="dk1"/>
                                </a:solidFill>
                                <a:latin typeface="Cambria Math" panose="02040503050406030204" pitchFamily="18" charset="0"/>
                                <a:ea typeface="Open Sans"/>
                                <a:cs typeface="Open Sans"/>
                                <a:sym typeface="Open Sans"/>
                              </a:rPr>
                              <m:t>2</m:t>
                            </m:r>
                          </m:den>
                        </m:f>
                        <m:r>
                          <a:rPr lang="en-US" sz="3200" i="1">
                            <a:solidFill>
                              <a:schemeClr val="dk1"/>
                            </a:solidFill>
                            <a:latin typeface="Cambria Math" panose="02040503050406030204" pitchFamily="18" charset="0"/>
                            <a:ea typeface="Open Sans"/>
                            <a:cs typeface="Open Sans"/>
                            <a:sym typeface="Open Sans"/>
                          </a:rPr>
                          <m:t> </m:t>
                        </m:r>
                        <m:r>
                          <m:rPr>
                            <m:sty m:val="p"/>
                          </m:rPr>
                          <a:rPr lang="en-US" sz="3200">
                            <a:solidFill>
                              <a:schemeClr val="dk1"/>
                            </a:solidFill>
                            <a:latin typeface="Cambria Math" panose="02040503050406030204" pitchFamily="18" charset="0"/>
                            <a:ea typeface="Open Sans"/>
                            <a:cs typeface="Open Sans"/>
                            <a:sym typeface="Open Sans"/>
                          </a:rPr>
                          <m:t>Ω</m:t>
                        </m:r>
                        <m:d>
                          <m:dPr>
                            <m:ctrlPr>
                              <a:rPr lang="en-US" sz="3200" i="1">
                                <a:solidFill>
                                  <a:schemeClr val="dk1"/>
                                </a:solidFill>
                                <a:latin typeface="Cambria Math" panose="02040503050406030204" pitchFamily="18" charset="0"/>
                                <a:ea typeface="Open Sans"/>
                                <a:cs typeface="Open Sans"/>
                                <a:sym typeface="Open Sans"/>
                              </a:rPr>
                            </m:ctrlPr>
                          </m:dPr>
                          <m:e>
                            <m:r>
                              <a:rPr lang="en-US" sz="3200" i="1">
                                <a:solidFill>
                                  <a:schemeClr val="dk1"/>
                                </a:solidFill>
                                <a:latin typeface="Cambria Math" panose="02040503050406030204" pitchFamily="18" charset="0"/>
                                <a:ea typeface="Open Sans"/>
                                <a:cs typeface="Open Sans"/>
                                <a:sym typeface="Open Sans"/>
                              </a:rPr>
                              <m:t>𝜔</m:t>
                            </m:r>
                          </m:e>
                        </m:d>
                        <m:r>
                          <a:rPr lang="en-US" sz="3200" i="1">
                            <a:solidFill>
                              <a:schemeClr val="dk1"/>
                            </a:solidFill>
                            <a:latin typeface="Cambria Math" panose="02040503050406030204" pitchFamily="18" charset="0"/>
                            <a:ea typeface="Open Sans"/>
                            <a:cs typeface="Open Sans"/>
                            <a:sym typeface="Open Sans"/>
                          </a:rPr>
                          <m:t> </m:t>
                        </m:r>
                        <m:r>
                          <a:rPr lang="en-US" sz="3200" i="1">
                            <a:solidFill>
                              <a:schemeClr val="dk1"/>
                            </a:solidFill>
                            <a:latin typeface="Cambria Math" panose="02040503050406030204" pitchFamily="18" charset="0"/>
                            <a:ea typeface="Open Sans"/>
                            <a:cs typeface="Open Sans"/>
                            <a:sym typeface="Open Sans"/>
                          </a:rPr>
                          <m:t>𝑞</m:t>
                        </m:r>
                      </m:oMath>
                    </m:oMathPara>
                  </a14:m>
                  <a:endParaRPr lang="en-US" sz="3200" i="1" dirty="0">
                    <a:latin typeface="Open Sans" panose="020B0606030504020204" pitchFamily="34" charset="0"/>
                    <a:ea typeface="Open Sans" panose="020B0606030504020204" pitchFamily="34" charset="0"/>
                    <a:cs typeface="Open Sans" panose="020B0606030504020204" pitchFamily="34" charset="0"/>
                  </a:endParaRPr>
                </a:p>
                <a:p>
                  <a:pPr>
                    <a:spcBef>
                      <a:spcPts val="500"/>
                    </a:spcBef>
                  </a:pPr>
                  <a14:m>
                    <m:oMathPara xmlns:m="http://schemas.openxmlformats.org/officeDocument/2006/math">
                      <m:oMathParaPr>
                        <m:jc m:val="centerGroup"/>
                      </m:oMathParaPr>
                      <m:oMath xmlns:m="http://schemas.openxmlformats.org/officeDocument/2006/math">
                        <m:acc>
                          <m:accPr>
                            <m:chr m:val="̇"/>
                            <m:ctrlPr>
                              <a:rPr lang="en-US" sz="3200" i="1" smtClean="0">
                                <a:solidFill>
                                  <a:schemeClr val="dk1"/>
                                </a:solidFill>
                                <a:latin typeface="Cambria Math" panose="02040503050406030204" pitchFamily="18" charset="0"/>
                                <a:ea typeface="Open Sans"/>
                                <a:cs typeface="Open Sans"/>
                                <a:sym typeface="Open Sans"/>
                              </a:rPr>
                            </m:ctrlPr>
                          </m:accPr>
                          <m:e>
                            <m:r>
                              <a:rPr lang="en-US" sz="3200" i="1">
                                <a:solidFill>
                                  <a:schemeClr val="dk1"/>
                                </a:solidFill>
                                <a:latin typeface="Cambria Math" panose="02040503050406030204" pitchFamily="18" charset="0"/>
                                <a:ea typeface="Open Sans"/>
                                <a:cs typeface="Open Sans"/>
                                <a:sym typeface="Open Sans"/>
                              </a:rPr>
                              <m:t>𝜔</m:t>
                            </m:r>
                          </m:e>
                        </m:acc>
                        <m:r>
                          <a:rPr lang="en-US" sz="3200" i="1">
                            <a:solidFill>
                              <a:schemeClr val="dk1"/>
                            </a:solidFill>
                            <a:latin typeface="Cambria Math" panose="02040503050406030204" pitchFamily="18" charset="0"/>
                            <a:ea typeface="Open Sans"/>
                            <a:cs typeface="Open Sans"/>
                            <a:sym typeface="Open Sans"/>
                          </a:rPr>
                          <m:t>=</m:t>
                        </m:r>
                        <m:sSup>
                          <m:sSupPr>
                            <m:ctrlPr>
                              <a:rPr lang="en-US" sz="3200" i="1">
                                <a:solidFill>
                                  <a:schemeClr val="dk1"/>
                                </a:solidFill>
                                <a:latin typeface="Cambria Math" panose="02040503050406030204" pitchFamily="18" charset="0"/>
                                <a:ea typeface="Open Sans"/>
                                <a:cs typeface="Open Sans"/>
                                <a:sym typeface="Open Sans"/>
                              </a:rPr>
                            </m:ctrlPr>
                          </m:sSupPr>
                          <m:e>
                            <m:r>
                              <a:rPr lang="en-US" sz="3200" i="1">
                                <a:solidFill>
                                  <a:schemeClr val="dk1"/>
                                </a:solidFill>
                                <a:latin typeface="Cambria Math" panose="02040503050406030204" pitchFamily="18" charset="0"/>
                                <a:ea typeface="Open Sans"/>
                                <a:cs typeface="Open Sans"/>
                                <a:sym typeface="Open Sans"/>
                              </a:rPr>
                              <m:t>𝐼</m:t>
                            </m:r>
                          </m:e>
                          <m:sup>
                            <m:r>
                              <a:rPr lang="en-US" sz="3200" i="1">
                                <a:solidFill>
                                  <a:schemeClr val="dk1"/>
                                </a:solidFill>
                                <a:latin typeface="Cambria Math" panose="02040503050406030204" pitchFamily="18" charset="0"/>
                                <a:ea typeface="Open Sans"/>
                                <a:cs typeface="Open Sans"/>
                                <a:sym typeface="Open Sans"/>
                              </a:rPr>
                              <m:t>−1</m:t>
                            </m:r>
                          </m:sup>
                        </m:sSup>
                        <m:d>
                          <m:dPr>
                            <m:ctrlPr>
                              <a:rPr lang="en-US" sz="3200" i="1">
                                <a:solidFill>
                                  <a:schemeClr val="dk1"/>
                                </a:solidFill>
                                <a:latin typeface="Cambria Math" panose="02040503050406030204" pitchFamily="18" charset="0"/>
                                <a:ea typeface="Open Sans"/>
                                <a:cs typeface="Open Sans"/>
                                <a:sym typeface="Open Sans"/>
                              </a:rPr>
                            </m:ctrlPr>
                          </m:dPr>
                          <m:e>
                            <m:r>
                              <a:rPr lang="en-US" sz="3200" i="1">
                                <a:solidFill>
                                  <a:schemeClr val="dk1"/>
                                </a:solidFill>
                                <a:latin typeface="Cambria Math" panose="02040503050406030204" pitchFamily="18" charset="0"/>
                                <a:ea typeface="Open Sans"/>
                                <a:cs typeface="Open Sans"/>
                                <a:sym typeface="Open Sans"/>
                              </a:rPr>
                              <m:t>𝜏</m:t>
                            </m:r>
                            <m:r>
                              <a:rPr lang="en-US" sz="3200" i="1">
                                <a:solidFill>
                                  <a:schemeClr val="dk1"/>
                                </a:solidFill>
                                <a:latin typeface="Cambria Math" panose="02040503050406030204" pitchFamily="18" charset="0"/>
                                <a:ea typeface="Open Sans"/>
                                <a:cs typeface="Open Sans"/>
                                <a:sym typeface="Open Sans"/>
                              </a:rPr>
                              <m:t>−</m:t>
                            </m:r>
                            <m:r>
                              <a:rPr lang="en-US" sz="3200" i="1">
                                <a:solidFill>
                                  <a:schemeClr val="dk1"/>
                                </a:solidFill>
                                <a:latin typeface="Cambria Math" panose="02040503050406030204" pitchFamily="18" charset="0"/>
                                <a:ea typeface="Open Sans"/>
                                <a:cs typeface="Open Sans"/>
                                <a:sym typeface="Open Sans"/>
                              </a:rPr>
                              <m:t>𝜔</m:t>
                            </m:r>
                            <m:r>
                              <a:rPr lang="en-US" sz="3200" i="1">
                                <a:solidFill>
                                  <a:schemeClr val="dk1"/>
                                </a:solidFill>
                                <a:latin typeface="Cambria Math" panose="02040503050406030204" pitchFamily="18" charset="0"/>
                                <a:ea typeface="Open Sans"/>
                                <a:cs typeface="Open Sans"/>
                                <a:sym typeface="Open Sans"/>
                              </a:rPr>
                              <m:t>×</m:t>
                            </m:r>
                            <m:d>
                              <m:dPr>
                                <m:ctrlPr>
                                  <a:rPr lang="en-US" sz="3200" i="1">
                                    <a:solidFill>
                                      <a:schemeClr val="dk1"/>
                                    </a:solidFill>
                                    <a:latin typeface="Cambria Math" panose="02040503050406030204" pitchFamily="18" charset="0"/>
                                    <a:ea typeface="Open Sans"/>
                                    <a:cs typeface="Open Sans"/>
                                    <a:sym typeface="Open Sans"/>
                                  </a:rPr>
                                </m:ctrlPr>
                              </m:dPr>
                              <m:e>
                                <m:r>
                                  <a:rPr lang="en-US" sz="3200" i="1">
                                    <a:solidFill>
                                      <a:schemeClr val="dk1"/>
                                    </a:solidFill>
                                    <a:latin typeface="Cambria Math" panose="02040503050406030204" pitchFamily="18" charset="0"/>
                                    <a:ea typeface="Open Sans"/>
                                    <a:cs typeface="Open Sans"/>
                                    <a:sym typeface="Open Sans"/>
                                  </a:rPr>
                                  <m:t>𝐼</m:t>
                                </m:r>
                                <m:r>
                                  <a:rPr lang="en-US" sz="3200" i="1">
                                    <a:solidFill>
                                      <a:schemeClr val="dk1"/>
                                    </a:solidFill>
                                    <a:latin typeface="Cambria Math" panose="02040503050406030204" pitchFamily="18" charset="0"/>
                                    <a:ea typeface="Open Sans"/>
                                    <a:cs typeface="Open Sans"/>
                                    <a:sym typeface="Open Sans"/>
                                  </a:rPr>
                                  <m:t>𝜔</m:t>
                                </m:r>
                              </m:e>
                            </m:d>
                          </m:e>
                        </m:d>
                      </m:oMath>
                    </m:oMathPara>
                  </a14:m>
                  <a:endParaRPr lang="en-US" sz="2800" i="1" dirty="0">
                    <a:latin typeface="Open Sans" panose="020B0606030504020204" pitchFamily="34" charset="0"/>
                    <a:ea typeface="Open Sans" panose="020B0606030504020204" pitchFamily="34" charset="0"/>
                    <a:cs typeface="Open Sans" panose="020B0606030504020204" pitchFamily="34" charset="0"/>
                  </a:endParaRPr>
                </a:p>
                <a:p>
                  <a:pPr>
                    <a:spcBef>
                      <a:spcPts val="500"/>
                    </a:spcBef>
                  </a:pPr>
                  <a:endParaRPr lang="en-US" sz="1200" i="1" dirty="0">
                    <a:latin typeface="Open Sans" panose="020B0606030504020204" pitchFamily="34" charset="0"/>
                    <a:ea typeface="Open Sans" panose="020B0606030504020204" pitchFamily="34" charset="0"/>
                    <a:cs typeface="Open Sans" panose="020B0606030504020204" pitchFamily="34" charset="0"/>
                  </a:endParaRPr>
                </a:p>
                <a:p>
                  <a:pPr>
                    <a:spcBef>
                      <a:spcPts val="500"/>
                    </a:spcBef>
                  </a:pPr>
                  <a:r>
                    <a:rPr lang="en-US" sz="2800" dirty="0">
                      <a:latin typeface="Open Sans" panose="020B0606030504020204" pitchFamily="34" charset="0"/>
                      <a:ea typeface="Open Sans" panose="020B0606030504020204" pitchFamily="34" charset="0"/>
                      <a:cs typeface="Open Sans" panose="020B0606030504020204" pitchFamily="34" charset="0"/>
                    </a:rPr>
                    <a:t>and simulated in discrete time using a RK4 integration scheme.</a:t>
                  </a:r>
                </a:p>
                <a:p>
                  <a:pPr>
                    <a:spcBef>
                      <a:spcPts val="500"/>
                    </a:spcBef>
                  </a:pPr>
                  <a:r>
                    <a:rPr lang="en-US" sz="2800" dirty="0">
                      <a:latin typeface="Open Sans" panose="020B0606030504020204" pitchFamily="34" charset="0"/>
                      <a:ea typeface="Open Sans" panose="020B0606030504020204" pitchFamily="34" charset="0"/>
                      <a:cs typeface="Open Sans" panose="020B0606030504020204" pitchFamily="34" charset="0"/>
                    </a:rPr>
                    <a:t>Linear models for the dynamics were found using finite differencing, making finding derivatives easy, at the cost of computation.</a:t>
                  </a:r>
                  <a:endParaRPr lang="en-US" sz="3200" dirty="0">
                    <a:latin typeface="Open Sans" panose="020B0606030504020204" pitchFamily="34" charset="0"/>
                    <a:ea typeface="Open Sans" panose="020B0606030504020204" pitchFamily="34" charset="0"/>
                    <a:cs typeface="Open Sans" panose="020B0606030504020204" pitchFamily="34" charset="0"/>
                  </a:endParaRPr>
                </a:p>
                <a:p>
                  <a:pPr lvl="0">
                    <a:spcBef>
                      <a:spcPts val="500"/>
                    </a:spcBef>
                  </a:pPr>
                  <a:endParaRPr lang="en-US" sz="3200" dirty="0">
                    <a:latin typeface="Open Sans" panose="020B0606030504020204" pitchFamily="34" charset="0"/>
                    <a:ea typeface="Open Sans" panose="020B0606030504020204" pitchFamily="34" charset="0"/>
                    <a:cs typeface="Open Sans" panose="020B0606030504020204" pitchFamily="34" charset="0"/>
                  </a:endParaRPr>
                </a:p>
                <a:p>
                  <a:pPr lvl="0">
                    <a:spcBef>
                      <a:spcPts val="500"/>
                    </a:spcBef>
                  </a:pPr>
                  <a:endParaRPr lang="en-US" sz="3200" dirty="0">
                    <a:latin typeface="Open Sans" panose="020B0606030504020204" pitchFamily="34" charset="0"/>
                    <a:ea typeface="Open Sans" panose="020B0606030504020204" pitchFamily="34" charset="0"/>
                    <a:cs typeface="Open Sans" panose="020B0606030504020204" pitchFamily="34" charset="0"/>
                  </a:endParaRPr>
                </a:p>
                <a:p>
                  <a:pPr lvl="0">
                    <a:spcBef>
                      <a:spcPts val="500"/>
                    </a:spcBef>
                  </a:pPr>
                  <a:endParaRPr lang="en-US" sz="3200" dirty="0">
                    <a:latin typeface="Open Sans" panose="020B0606030504020204" pitchFamily="34" charset="0"/>
                    <a:ea typeface="Open Sans" panose="020B0606030504020204" pitchFamily="34" charset="0"/>
                    <a:cs typeface="Open Sans" panose="020B0606030504020204" pitchFamily="34" charset="0"/>
                  </a:endParaRPr>
                </a:p>
                <a:p>
                  <a:pPr>
                    <a:spcBef>
                      <a:spcPts val="500"/>
                    </a:spcBef>
                  </a:pPr>
                  <a:r>
                    <a:rPr lang="en-US" sz="3200" b="1" dirty="0">
                      <a:latin typeface="+mj-lt"/>
                      <a:ea typeface="Open Sans" panose="020B0606030504020204" pitchFamily="34" charset="0"/>
                      <a:cs typeface="Open Sans" panose="020B0606030504020204" pitchFamily="34" charset="0"/>
                    </a:rPr>
                    <a:t>2. Model Predictive Control </a:t>
                  </a:r>
                </a:p>
                <a:p>
                  <a:pPr>
                    <a:spcBef>
                      <a:spcPts val="500"/>
                    </a:spcBef>
                  </a:pPr>
                  <a:r>
                    <a:rPr lang="en-US" sz="2800" dirty="0">
                      <a:latin typeface="Open Sans" panose="020B0606030504020204" pitchFamily="34" charset="0"/>
                      <a:ea typeface="Open Sans" panose="020B0606030504020204" pitchFamily="34" charset="0"/>
                      <a:cs typeface="Open Sans" panose="020B0606030504020204" pitchFamily="34" charset="0"/>
                    </a:rPr>
                    <a:t>The MPC controller is implemented as a receding horizon multiple shooting trajectory optimization problem, where the dynamics are linearized around the nominal trajectory. This approach strikes a good middle ground between nonlinear modeling accuracy and computation speed.</a:t>
                  </a:r>
                </a:p>
                <a:p>
                  <a:pPr>
                    <a:spcBef>
                      <a:spcPts val="500"/>
                    </a:spcBef>
                  </a:pPr>
                  <a:endParaRPr lang="en-US" sz="2800" dirty="0">
                    <a:latin typeface="Open Sans" panose="020B0606030504020204" pitchFamily="34" charset="0"/>
                    <a:ea typeface="Open Sans" panose="020B0606030504020204" pitchFamily="34" charset="0"/>
                    <a:cs typeface="Open Sans" panose="020B0606030504020204" pitchFamily="34" charset="0"/>
                  </a:endParaRPr>
                </a:p>
                <a:p>
                  <a:pPr>
                    <a:spcBef>
                      <a:spcPts val="500"/>
                    </a:spcBef>
                  </a:pPr>
                  <a:endParaRPr lang="en-US" sz="2800" dirty="0">
                    <a:latin typeface="Open Sans" panose="020B0606030504020204" pitchFamily="34" charset="0"/>
                    <a:ea typeface="Open Sans" panose="020B0606030504020204" pitchFamily="34" charset="0"/>
                    <a:cs typeface="Open Sans" panose="020B0606030504020204" pitchFamily="34" charset="0"/>
                  </a:endParaRPr>
                </a:p>
                <a:p>
                  <a:pPr>
                    <a:spcBef>
                      <a:spcPts val="500"/>
                    </a:spcBef>
                  </a:pPr>
                  <a:endParaRPr lang="en-US" sz="2800" dirty="0">
                    <a:latin typeface="Open Sans" panose="020B0606030504020204" pitchFamily="34" charset="0"/>
                    <a:ea typeface="Open Sans" panose="020B0606030504020204" pitchFamily="34" charset="0"/>
                    <a:cs typeface="Open Sans" panose="020B0606030504020204" pitchFamily="34" charset="0"/>
                  </a:endParaRPr>
                </a:p>
                <a:p>
                  <a:pPr>
                    <a:spcBef>
                      <a:spcPts val="500"/>
                    </a:spcBef>
                  </a:pPr>
                  <a:endParaRPr lang="en-US" sz="2800" dirty="0">
                    <a:latin typeface="Open Sans" panose="020B0606030504020204" pitchFamily="34" charset="0"/>
                    <a:ea typeface="Open Sans" panose="020B0606030504020204" pitchFamily="34" charset="0"/>
                    <a:cs typeface="Open Sans" panose="020B0606030504020204" pitchFamily="34" charset="0"/>
                  </a:endParaRPr>
                </a:p>
                <a:p>
                  <a:pPr>
                    <a:spcBef>
                      <a:spcPts val="500"/>
                    </a:spcBef>
                  </a:pPr>
                  <a:endParaRPr lang="en-US" sz="2800" dirty="0">
                    <a:latin typeface="Open Sans" panose="020B0606030504020204" pitchFamily="34" charset="0"/>
                    <a:ea typeface="Open Sans" panose="020B0606030504020204" pitchFamily="34" charset="0"/>
                    <a:cs typeface="Open Sans" panose="020B0606030504020204" pitchFamily="34" charset="0"/>
                  </a:endParaRPr>
                </a:p>
                <a:p>
                  <a:pPr>
                    <a:spcBef>
                      <a:spcPts val="500"/>
                    </a:spcBef>
                  </a:pPr>
                  <a:endParaRPr lang="en-US" sz="2800" dirty="0">
                    <a:latin typeface="Open Sans" panose="020B0606030504020204" pitchFamily="34" charset="0"/>
                    <a:ea typeface="Open Sans" panose="020B0606030504020204" pitchFamily="34" charset="0"/>
                    <a:cs typeface="Open Sans" panose="020B0606030504020204" pitchFamily="34" charset="0"/>
                  </a:endParaRPr>
                </a:p>
                <a:p>
                  <a:pPr>
                    <a:spcBef>
                      <a:spcPts val="500"/>
                    </a:spcBef>
                  </a:pPr>
                  <a:endParaRPr lang="en-US" sz="2800" dirty="0">
                    <a:latin typeface="Open Sans" panose="020B0606030504020204" pitchFamily="34" charset="0"/>
                    <a:ea typeface="Open Sans" panose="020B0606030504020204" pitchFamily="34" charset="0"/>
                    <a:cs typeface="Open Sans" panose="020B0606030504020204" pitchFamily="34" charset="0"/>
                  </a:endParaRPr>
                </a:p>
                <a:p>
                  <a:pPr>
                    <a:spcBef>
                      <a:spcPts val="500"/>
                    </a:spcBef>
                  </a:pPr>
                  <a:endParaRPr lang="en-US" sz="2800" dirty="0">
                    <a:latin typeface="Open Sans" panose="020B0606030504020204" pitchFamily="34" charset="0"/>
                    <a:ea typeface="Open Sans" panose="020B0606030504020204" pitchFamily="34" charset="0"/>
                    <a:cs typeface="Open Sans" panose="020B0606030504020204" pitchFamily="34" charset="0"/>
                  </a:endParaRPr>
                </a:p>
                <a:p>
                  <a:pPr>
                    <a:spcBef>
                      <a:spcPts val="500"/>
                    </a:spcBef>
                  </a:pPr>
                  <a:endParaRPr lang="en-US" sz="2800" dirty="0">
                    <a:latin typeface="Open Sans" panose="020B0606030504020204" pitchFamily="34" charset="0"/>
                    <a:ea typeface="Open Sans" panose="020B0606030504020204" pitchFamily="34" charset="0"/>
                    <a:cs typeface="Open Sans" panose="020B0606030504020204" pitchFamily="34" charset="0"/>
                  </a:endParaRPr>
                </a:p>
                <a:p>
                  <a:pPr>
                    <a:spcBef>
                      <a:spcPts val="500"/>
                    </a:spcBef>
                  </a:pPr>
                  <a:endParaRPr lang="en-US" sz="2800" dirty="0">
                    <a:latin typeface="Open Sans" panose="020B0606030504020204" pitchFamily="34" charset="0"/>
                    <a:ea typeface="Open Sans" panose="020B0606030504020204" pitchFamily="34" charset="0"/>
                    <a:cs typeface="Open Sans" panose="020B0606030504020204" pitchFamily="34" charset="0"/>
                  </a:endParaRPr>
                </a:p>
                <a:p>
                  <a:pPr>
                    <a:spcBef>
                      <a:spcPts val="500"/>
                    </a:spcBef>
                  </a:pPr>
                  <a:r>
                    <a:rPr lang="en-US" sz="3200" b="1" dirty="0">
                      <a:latin typeface="+mj-lt"/>
                      <a:ea typeface="Open Sans" panose="020B0606030504020204" pitchFamily="34" charset="0"/>
                      <a:cs typeface="Open Sans" panose="020B0606030504020204" pitchFamily="34" charset="0"/>
                    </a:rPr>
                    <a:t>3. Learning the Residual Dynamics</a:t>
                  </a:r>
                </a:p>
                <a:p>
                  <a:pPr>
                    <a:spcBef>
                      <a:spcPts val="500"/>
                    </a:spcBef>
                  </a:pPr>
                  <a:r>
                    <a:rPr lang="en-US" sz="2800" dirty="0">
                      <a:latin typeface="Open Sans" panose="020B0606030504020204" pitchFamily="34" charset="0"/>
                      <a:ea typeface="Open Sans" panose="020B0606030504020204" pitchFamily="34" charset="0"/>
                      <a:cs typeface="Open Sans" panose="020B0606030504020204" pitchFamily="34" charset="0"/>
                    </a:rPr>
                    <a:t> The residual dynamics can be defined as</a:t>
                  </a:r>
                </a:p>
                <a:p>
                  <a:pPr>
                    <a:spcBef>
                      <a:spcPts val="500"/>
                    </a:spcBef>
                  </a:pPr>
                  <a:endParaRPr lang="en-US" sz="2800" dirty="0">
                    <a:latin typeface="Open Sans" panose="020B0606030504020204" pitchFamily="34" charset="0"/>
                    <a:ea typeface="Open Sans" panose="020B0606030504020204" pitchFamily="34" charset="0"/>
                    <a:cs typeface="Open Sans" panose="020B0606030504020204" pitchFamily="34" charset="0"/>
                  </a:endParaRPr>
                </a:p>
                <a:p>
                  <a:pPr>
                    <a:spcBef>
                      <a:spcPts val="500"/>
                    </a:spcBef>
                  </a:pPr>
                  <a:endParaRPr lang="en-US" sz="2800" dirty="0">
                    <a:latin typeface="Open Sans" panose="020B0606030504020204" pitchFamily="34" charset="0"/>
                    <a:ea typeface="Open Sans" panose="020B0606030504020204" pitchFamily="34" charset="0"/>
                    <a:cs typeface="Open Sans" panose="020B0606030504020204" pitchFamily="34" charset="0"/>
                  </a:endParaRPr>
                </a:p>
                <a:p>
                  <a:pPr>
                    <a:spcBef>
                      <a:spcPts val="500"/>
                    </a:spcBef>
                  </a:pPr>
                  <a:r>
                    <a:rPr lang="en-US" sz="2800" dirty="0">
                      <a:latin typeface="Open Sans" panose="020B0606030504020204" pitchFamily="34" charset="0"/>
                      <a:ea typeface="Open Sans" panose="020B0606030504020204" pitchFamily="34" charset="0"/>
                      <a:cs typeface="Open Sans" panose="020B0606030504020204" pitchFamily="34" charset="0"/>
                    </a:rPr>
                    <a:t>I used a neural network MLP to learn this function from a dataset generated by a closed loop simulation that had control input bias and perturbations to the inertia matrix. The dataset contained a list of entries each with the current state and input, predicted next state, and true next state. Using this data, I trained the NN offline using the current state and control as input, and the error in predicting the residual as the loss. The modeled and residual dynamics were then used in the linearized dynamics constraint for the Learning Augmented MPC controller.</a:t>
                  </a:r>
                </a:p>
              </p:txBody>
            </p:sp>
          </mc:Choice>
          <mc:Fallback>
            <p:sp>
              <p:nvSpPr>
                <p:cNvPr id="96" name="Google Shape;96;p1">
                  <a:extLst>
                    <a:ext uri="{FF2B5EF4-FFF2-40B4-BE49-F238E27FC236}">
                      <a16:creationId xmlns:a16="http://schemas.microsoft.com/office/drawing/2014/main" id="{01D152FC-8875-F25D-D3DC-758E7546CC47}"/>
                    </a:ext>
                  </a:extLst>
                </p:cNvPr>
                <p:cNvSpPr>
                  <a:spLocks noRot="1" noChangeAspect="1" noMove="1" noResize="1" noEditPoints="1" noAdjustHandles="1" noChangeArrowheads="1" noChangeShapeType="1" noTextEdit="1"/>
                </p:cNvSpPr>
                <p:nvPr/>
              </p:nvSpPr>
              <p:spPr>
                <a:xfrm>
                  <a:off x="233983" y="4216528"/>
                  <a:ext cx="14072700" cy="14890800"/>
                </a:xfrm>
                <a:prstGeom prst="rect">
                  <a:avLst/>
                </a:prstGeom>
                <a:blipFill>
                  <a:blip r:embed="rId3"/>
                  <a:stretch>
                    <a:fillRect r="-306"/>
                  </a:stretch>
                </a:blipFill>
                <a:ln w="38100" cap="flat" cmpd="sng">
                  <a:solidFill>
                    <a:srgbClr val="95001A"/>
                  </a:solidFill>
                  <a:prstDash val="solid"/>
                  <a:miter lim="800000"/>
                  <a:headEnd type="none" w="sm" len="sm"/>
                  <a:tailEnd type="none" w="sm" len="sm"/>
                </a:ln>
                <a:effectLst>
                  <a:outerShdw blurRad="50800" dist="127000" dir="8100000" algn="tr" rotWithShape="0">
                    <a:srgbClr val="000000">
                      <a:alpha val="40000"/>
                    </a:srgbClr>
                  </a:outerShdw>
                </a:effectLst>
              </p:spPr>
              <p:txBody>
                <a:bodyPr/>
                <a:lstStyle/>
                <a:p>
                  <a:r>
                    <a:rPr lang="en-US">
                      <a:noFill/>
                    </a:rPr>
                    <a:t> </a:t>
                  </a:r>
                </a:p>
              </p:txBody>
            </p:sp>
          </mc:Fallback>
        </mc:AlternateContent>
        <p:sp>
          <p:nvSpPr>
            <p:cNvPr id="97" name="Google Shape;97;p1">
              <a:extLst>
                <a:ext uri="{FF2B5EF4-FFF2-40B4-BE49-F238E27FC236}">
                  <a16:creationId xmlns:a16="http://schemas.microsoft.com/office/drawing/2014/main" id="{BC46CF75-DC01-8048-BB2B-6E5DEB1DF655}"/>
                </a:ext>
              </a:extLst>
            </p:cNvPr>
            <p:cNvSpPr/>
            <p:nvPr/>
          </p:nvSpPr>
          <p:spPr>
            <a:xfrm>
              <a:off x="233983" y="4216380"/>
              <a:ext cx="14072700" cy="737407"/>
            </a:xfrm>
            <a:prstGeom prst="rect">
              <a:avLst/>
            </a:prstGeom>
            <a:solidFill>
              <a:srgbClr val="95001A"/>
            </a:solidFill>
            <a:ln w="38100" cap="flat" cmpd="sng">
              <a:solidFill>
                <a:srgbClr val="95001A"/>
              </a:solidFill>
              <a:prstDash val="solid"/>
              <a:miter lim="800000"/>
              <a:headEnd type="none" w="sm" len="sm"/>
              <a:tailEnd type="none" w="sm" len="sm"/>
            </a:ln>
          </p:spPr>
          <p:txBody>
            <a:bodyPr spcFirstLastPara="1" wrap="square" lIns="76200" tIns="38075" rIns="76200" bIns="38075" anchor="ctr" anchorCtr="0">
              <a:noAutofit/>
            </a:bodyPr>
            <a:lstStyle/>
            <a:p>
              <a:pPr marL="381000" lvl="1" indent="0" algn="l" rtl="0">
                <a:spcBef>
                  <a:spcPts val="0"/>
                </a:spcBef>
                <a:spcAft>
                  <a:spcPts val="0"/>
                </a:spcAft>
                <a:buNone/>
              </a:pPr>
              <a:r>
                <a:rPr lang="en-US" sz="4000" dirty="0">
                  <a:solidFill>
                    <a:schemeClr val="lt1"/>
                  </a:solidFill>
                </a:rPr>
                <a:t>Methods</a:t>
              </a:r>
              <a:endParaRPr sz="4000" dirty="0"/>
            </a:p>
          </p:txBody>
        </p:sp>
      </p:grpSp>
      <p:grpSp>
        <p:nvGrpSpPr>
          <p:cNvPr id="98" name="Google Shape;98;p1">
            <a:extLst>
              <a:ext uri="{FF2B5EF4-FFF2-40B4-BE49-F238E27FC236}">
                <a16:creationId xmlns:a16="http://schemas.microsoft.com/office/drawing/2014/main" id="{EE0D346B-2C67-BBB5-068E-A3854091C32B}"/>
              </a:ext>
            </a:extLst>
          </p:cNvPr>
          <p:cNvGrpSpPr/>
          <p:nvPr/>
        </p:nvGrpSpPr>
        <p:grpSpPr>
          <a:xfrm>
            <a:off x="310245" y="16002000"/>
            <a:ext cx="11625949" cy="10014429"/>
            <a:chOff x="233973" y="4216382"/>
            <a:chExt cx="14073000" cy="7662316"/>
          </a:xfrm>
        </p:grpSpPr>
        <p:sp>
          <p:nvSpPr>
            <p:cNvPr id="99" name="Google Shape;99;p1">
              <a:extLst>
                <a:ext uri="{FF2B5EF4-FFF2-40B4-BE49-F238E27FC236}">
                  <a16:creationId xmlns:a16="http://schemas.microsoft.com/office/drawing/2014/main" id="{7E8462E5-04B1-2C1A-86C0-BD987DFB9C38}"/>
                </a:ext>
              </a:extLst>
            </p:cNvPr>
            <p:cNvSpPr/>
            <p:nvPr/>
          </p:nvSpPr>
          <p:spPr>
            <a:xfrm>
              <a:off x="233973" y="4216398"/>
              <a:ext cx="14073000" cy="7662300"/>
            </a:xfrm>
            <a:prstGeom prst="rect">
              <a:avLst/>
            </a:prstGeom>
            <a:solidFill>
              <a:schemeClr val="lt1"/>
            </a:solidFill>
            <a:ln w="38100" cap="flat" cmpd="sng">
              <a:solidFill>
                <a:srgbClr val="95001A"/>
              </a:solidFill>
              <a:prstDash val="solid"/>
              <a:miter lim="800000"/>
              <a:headEnd type="none" w="sm" len="sm"/>
              <a:tailEnd type="none" w="sm" len="sm"/>
            </a:ln>
            <a:effectLst>
              <a:outerShdw blurRad="50800" dist="127000" dir="8100000" algn="tr" rotWithShape="0">
                <a:srgbClr val="000000">
                  <a:alpha val="40000"/>
                </a:srgbClr>
              </a:outerShdw>
            </a:effectLst>
          </p:spPr>
          <p:txBody>
            <a:bodyPr spcFirstLastPara="1" wrap="square" lIns="182880" tIns="38075" rIns="76200" bIns="38075" anchor="t" anchorCtr="0">
              <a:noAutofit/>
            </a:bodyPr>
            <a:lstStyle/>
            <a:p>
              <a:pPr marL="0" marR="0" lvl="0" indent="0" algn="l" rtl="0">
                <a:spcBef>
                  <a:spcPts val="0"/>
                </a:spcBef>
                <a:spcAft>
                  <a:spcPts val="0"/>
                </a:spcAft>
                <a:buNone/>
              </a:pPr>
              <a:endParaRPr lang="en-US" sz="3600" dirty="0">
                <a:solidFill>
                  <a:schemeClr val="dk1"/>
                </a:solidFill>
                <a:latin typeface="Open Sans"/>
                <a:ea typeface="Open Sans"/>
                <a:cs typeface="Open Sans"/>
                <a:sym typeface="Open Sans"/>
              </a:endParaRPr>
            </a:p>
            <a:p>
              <a:pPr marL="0" marR="0" lvl="0" indent="0" algn="l" rtl="0">
                <a:spcBef>
                  <a:spcPts val="500"/>
                </a:spcBef>
                <a:spcAft>
                  <a:spcPts val="0"/>
                </a:spcAft>
                <a:buNone/>
              </a:pPr>
              <a:endParaRPr lang="en-US" sz="3600" dirty="0">
                <a:solidFill>
                  <a:schemeClr val="dk1"/>
                </a:solidFill>
                <a:latin typeface="Open Sans"/>
                <a:ea typeface="Open Sans"/>
                <a:cs typeface="Open Sans"/>
                <a:sym typeface="Open Sans"/>
              </a:endParaRPr>
            </a:p>
            <a:p>
              <a:pPr lvl="0">
                <a:spcBef>
                  <a:spcPts val="500"/>
                </a:spcBef>
              </a:pPr>
              <a:r>
                <a:rPr lang="en-US" sz="2800" dirty="0">
                  <a:solidFill>
                    <a:schemeClr val="dk1"/>
                  </a:solidFill>
                  <a:latin typeface="Open Sans"/>
                  <a:ea typeface="Open Sans"/>
                  <a:cs typeface="Open Sans"/>
                  <a:sym typeface="Open Sans"/>
                </a:rPr>
                <a:t>The state of the system is modeled through a hybrid approach, both using Euler angle error coordinates and quaternion representation. Quaternions are used to represent absolute rotation, such as the goal states or the current state, and Euler angle error coordinates are used represent rotation error for use in the linearized models of the dynamics and are relative to some reference rotation quaternion.</a:t>
              </a:r>
            </a:p>
            <a:p>
              <a:pPr lvl="0">
                <a:spcBef>
                  <a:spcPts val="500"/>
                </a:spcBef>
              </a:pPr>
              <a:endParaRPr lang="en-US" sz="2800" dirty="0">
                <a:solidFill>
                  <a:schemeClr val="dk1"/>
                </a:solidFill>
                <a:latin typeface="Open Sans"/>
                <a:ea typeface="Open Sans"/>
                <a:cs typeface="Open Sans"/>
                <a:sym typeface="Open Sans"/>
              </a:endParaRPr>
            </a:p>
            <a:p>
              <a:pPr lvl="0">
                <a:spcBef>
                  <a:spcPts val="500"/>
                </a:spcBef>
              </a:pPr>
              <a:endParaRPr lang="en-US" sz="2800" dirty="0">
                <a:solidFill>
                  <a:schemeClr val="dk1"/>
                </a:solidFill>
                <a:latin typeface="Open Sans"/>
                <a:ea typeface="Open Sans"/>
                <a:cs typeface="Open Sans"/>
                <a:sym typeface="Open Sans"/>
              </a:endParaRPr>
            </a:p>
            <a:p>
              <a:pPr lvl="0">
                <a:spcBef>
                  <a:spcPts val="500"/>
                </a:spcBef>
              </a:pPr>
              <a:endParaRPr lang="en-US" sz="2800" dirty="0">
                <a:solidFill>
                  <a:schemeClr val="dk1"/>
                </a:solidFill>
                <a:latin typeface="Open Sans"/>
                <a:ea typeface="Open Sans"/>
                <a:cs typeface="Open Sans"/>
                <a:sym typeface="Open Sans"/>
              </a:endParaRPr>
            </a:p>
            <a:p>
              <a:pPr lvl="0">
                <a:spcBef>
                  <a:spcPts val="500"/>
                </a:spcBef>
              </a:pPr>
              <a:endParaRPr lang="en-US" sz="2800" dirty="0">
                <a:solidFill>
                  <a:schemeClr val="dk1"/>
                </a:solidFill>
                <a:latin typeface="Open Sans"/>
                <a:ea typeface="Open Sans"/>
                <a:cs typeface="Open Sans"/>
                <a:sym typeface="Open Sans"/>
              </a:endParaRPr>
            </a:p>
            <a:p>
              <a:pPr lvl="0">
                <a:spcBef>
                  <a:spcPts val="500"/>
                </a:spcBef>
              </a:pPr>
              <a:r>
                <a:rPr lang="en-US" sz="2800" dirty="0">
                  <a:solidFill>
                    <a:schemeClr val="dk1"/>
                  </a:solidFill>
                  <a:latin typeface="Open Sans"/>
                  <a:ea typeface="Open Sans"/>
                  <a:cs typeface="Open Sans"/>
                  <a:sym typeface="Open Sans"/>
                </a:rPr>
                <a:t>This transformation is necessary as quaternions must maintain unit length to represent rotations, linearization does not guarantee this.</a:t>
              </a:r>
            </a:p>
            <a:p>
              <a:pPr lvl="0">
                <a:spcBef>
                  <a:spcPts val="500"/>
                </a:spcBef>
              </a:pPr>
              <a:endParaRPr lang="en-US" sz="2800" dirty="0">
                <a:solidFill>
                  <a:schemeClr val="dk1"/>
                </a:solidFill>
                <a:latin typeface="Open Sans"/>
                <a:ea typeface="Open Sans"/>
                <a:cs typeface="Open Sans"/>
                <a:sym typeface="Open Sans"/>
              </a:endParaRPr>
            </a:p>
            <a:p>
              <a:pPr lvl="0">
                <a:spcBef>
                  <a:spcPts val="500"/>
                </a:spcBef>
              </a:pPr>
              <a:endParaRPr lang="en-US" sz="2800" dirty="0">
                <a:solidFill>
                  <a:schemeClr val="dk1"/>
                </a:solidFill>
                <a:latin typeface="Open Sans"/>
                <a:ea typeface="Open Sans"/>
                <a:cs typeface="Open Sans"/>
                <a:sym typeface="Open Sans"/>
              </a:endParaRPr>
            </a:p>
            <a:p>
              <a:pPr lvl="0">
                <a:spcBef>
                  <a:spcPts val="500"/>
                </a:spcBef>
              </a:pPr>
              <a:endParaRPr lang="en-US" sz="2800" dirty="0">
                <a:solidFill>
                  <a:schemeClr val="dk1"/>
                </a:solidFill>
                <a:latin typeface="Open Sans"/>
                <a:ea typeface="Open Sans"/>
                <a:cs typeface="Open Sans"/>
                <a:sym typeface="Open Sans"/>
              </a:endParaRPr>
            </a:p>
            <a:p>
              <a:pPr lvl="0">
                <a:spcBef>
                  <a:spcPts val="500"/>
                </a:spcBef>
              </a:pPr>
              <a:endParaRPr lang="en-US" sz="2800" dirty="0">
                <a:solidFill>
                  <a:schemeClr val="dk1"/>
                </a:solidFill>
                <a:latin typeface="Open Sans"/>
                <a:ea typeface="Open Sans"/>
                <a:cs typeface="Open Sans"/>
                <a:sym typeface="Open Sans"/>
              </a:endParaRPr>
            </a:p>
            <a:p>
              <a:pPr lvl="0">
                <a:spcBef>
                  <a:spcPts val="500"/>
                </a:spcBef>
              </a:pPr>
              <a:endParaRPr lang="en-US" sz="2800" dirty="0">
                <a:solidFill>
                  <a:schemeClr val="dk1"/>
                </a:solidFill>
                <a:latin typeface="Open Sans"/>
                <a:ea typeface="Open Sans"/>
                <a:cs typeface="Open Sans"/>
                <a:sym typeface="Open Sans"/>
              </a:endParaRPr>
            </a:p>
            <a:p>
              <a:pPr lvl="0">
                <a:spcBef>
                  <a:spcPts val="500"/>
                </a:spcBef>
              </a:pPr>
              <a:endParaRPr lang="en-US" sz="2800" dirty="0">
                <a:solidFill>
                  <a:schemeClr val="dk1"/>
                </a:solidFill>
                <a:latin typeface="Open Sans"/>
                <a:ea typeface="Open Sans"/>
                <a:cs typeface="Open Sans"/>
                <a:sym typeface="Open Sans"/>
              </a:endParaRPr>
            </a:p>
            <a:p>
              <a:pPr lvl="0">
                <a:spcBef>
                  <a:spcPts val="500"/>
                </a:spcBef>
              </a:pPr>
              <a:endParaRPr lang="en-US" sz="2800" dirty="0">
                <a:solidFill>
                  <a:schemeClr val="dk1"/>
                </a:solidFill>
                <a:latin typeface="Open Sans"/>
                <a:ea typeface="Open Sans"/>
                <a:cs typeface="Open Sans"/>
                <a:sym typeface="Open Sans"/>
              </a:endParaRPr>
            </a:p>
            <a:p>
              <a:pPr lvl="0">
                <a:spcBef>
                  <a:spcPts val="500"/>
                </a:spcBef>
              </a:pPr>
              <a:endParaRPr lang="en-US" sz="2800" dirty="0">
                <a:solidFill>
                  <a:schemeClr val="dk1"/>
                </a:solidFill>
                <a:latin typeface="Open Sans"/>
                <a:ea typeface="Open Sans"/>
                <a:cs typeface="Open Sans"/>
                <a:sym typeface="Open Sans"/>
              </a:endParaRPr>
            </a:p>
            <a:p>
              <a:pPr lvl="0">
                <a:spcBef>
                  <a:spcPts val="500"/>
                </a:spcBef>
              </a:pPr>
              <a:endParaRPr lang="en-US" sz="2800" dirty="0">
                <a:solidFill>
                  <a:schemeClr val="dk1"/>
                </a:solidFill>
                <a:latin typeface="Open Sans"/>
                <a:ea typeface="Open Sans"/>
                <a:cs typeface="Open Sans"/>
                <a:sym typeface="Open Sans"/>
              </a:endParaRPr>
            </a:p>
            <a:p>
              <a:pPr lvl="0">
                <a:spcBef>
                  <a:spcPts val="500"/>
                </a:spcBef>
              </a:pPr>
              <a:endParaRPr lang="en-US" sz="2800" dirty="0">
                <a:solidFill>
                  <a:schemeClr val="dk1"/>
                </a:solidFill>
                <a:latin typeface="Open Sans"/>
                <a:ea typeface="Open Sans"/>
                <a:cs typeface="Open Sans"/>
                <a:sym typeface="Open Sans"/>
              </a:endParaRPr>
            </a:p>
            <a:p>
              <a:pPr lvl="0">
                <a:spcBef>
                  <a:spcPts val="500"/>
                </a:spcBef>
              </a:pPr>
              <a:endParaRPr lang="en-US" sz="2800" dirty="0">
                <a:solidFill>
                  <a:schemeClr val="dk1"/>
                </a:solidFill>
                <a:latin typeface="Open Sans"/>
                <a:ea typeface="Open Sans"/>
                <a:cs typeface="Open Sans"/>
                <a:sym typeface="Open Sans"/>
              </a:endParaRPr>
            </a:p>
            <a:p>
              <a:pPr lvl="0">
                <a:spcBef>
                  <a:spcPts val="500"/>
                </a:spcBef>
              </a:pPr>
              <a:endParaRPr lang="en-US" sz="2800" dirty="0">
                <a:solidFill>
                  <a:schemeClr val="dk1"/>
                </a:solidFill>
                <a:latin typeface="Open Sans"/>
                <a:ea typeface="Open Sans"/>
                <a:cs typeface="Open Sans"/>
                <a:sym typeface="Open Sans"/>
              </a:endParaRPr>
            </a:p>
            <a:p>
              <a:pPr lvl="0">
                <a:spcBef>
                  <a:spcPts val="500"/>
                </a:spcBef>
              </a:pPr>
              <a:endParaRPr lang="en-US" sz="2800" dirty="0">
                <a:solidFill>
                  <a:schemeClr val="dk1"/>
                </a:solidFill>
                <a:latin typeface="Open Sans"/>
                <a:ea typeface="Open Sans"/>
                <a:cs typeface="Open Sans"/>
                <a:sym typeface="Open Sans"/>
              </a:endParaRPr>
            </a:p>
            <a:p>
              <a:pPr lvl="0">
                <a:spcBef>
                  <a:spcPts val="500"/>
                </a:spcBef>
              </a:pPr>
              <a:endParaRPr lang="en-US" sz="2800" dirty="0">
                <a:solidFill>
                  <a:schemeClr val="dk1"/>
                </a:solidFill>
                <a:latin typeface="Open Sans"/>
                <a:ea typeface="Open Sans"/>
                <a:cs typeface="Open Sans"/>
                <a:sym typeface="Open Sans"/>
              </a:endParaRPr>
            </a:p>
            <a:p>
              <a:pPr lvl="0">
                <a:spcBef>
                  <a:spcPts val="500"/>
                </a:spcBef>
              </a:pPr>
              <a:endParaRPr lang="en-US" sz="2800" dirty="0">
                <a:solidFill>
                  <a:schemeClr val="dk1"/>
                </a:solidFill>
                <a:latin typeface="Open Sans"/>
                <a:ea typeface="Open Sans"/>
                <a:cs typeface="Open Sans"/>
                <a:sym typeface="Open Sans"/>
              </a:endParaRPr>
            </a:p>
            <a:p>
              <a:pPr lvl="0">
                <a:spcBef>
                  <a:spcPts val="500"/>
                </a:spcBef>
              </a:pPr>
              <a:endParaRPr lang="en-US" sz="2800" dirty="0">
                <a:solidFill>
                  <a:schemeClr val="dk1"/>
                </a:solidFill>
                <a:latin typeface="Open Sans"/>
                <a:ea typeface="Open Sans"/>
                <a:cs typeface="Open Sans"/>
                <a:sym typeface="Open Sans"/>
              </a:endParaRPr>
            </a:p>
            <a:p>
              <a:pPr lvl="0">
                <a:spcBef>
                  <a:spcPts val="500"/>
                </a:spcBef>
              </a:pPr>
              <a:endParaRPr lang="en-US" sz="2800" dirty="0">
                <a:solidFill>
                  <a:schemeClr val="dk1"/>
                </a:solidFill>
                <a:latin typeface="Open Sans"/>
                <a:ea typeface="Open Sans"/>
                <a:cs typeface="Open Sans"/>
                <a:sym typeface="Open Sans"/>
              </a:endParaRPr>
            </a:p>
            <a:p>
              <a:pPr lvl="0">
                <a:spcBef>
                  <a:spcPts val="500"/>
                </a:spcBef>
              </a:pPr>
              <a:endParaRPr lang="en-US" sz="2800" dirty="0">
                <a:solidFill>
                  <a:schemeClr val="dk1"/>
                </a:solidFill>
                <a:latin typeface="Open Sans"/>
                <a:ea typeface="Open Sans"/>
                <a:cs typeface="Open Sans"/>
                <a:sym typeface="Open Sans"/>
              </a:endParaRPr>
            </a:p>
            <a:p>
              <a:pPr lvl="0">
                <a:spcBef>
                  <a:spcPts val="500"/>
                </a:spcBef>
              </a:pPr>
              <a:endParaRPr lang="en-US" sz="2800" dirty="0">
                <a:solidFill>
                  <a:schemeClr val="dk1"/>
                </a:solidFill>
                <a:latin typeface="Open Sans"/>
                <a:ea typeface="Open Sans"/>
                <a:cs typeface="Open Sans"/>
                <a:sym typeface="Open Sans"/>
              </a:endParaRPr>
            </a:p>
            <a:p>
              <a:pPr lvl="0">
                <a:spcBef>
                  <a:spcPts val="500"/>
                </a:spcBef>
              </a:pPr>
              <a:endParaRPr lang="en-US" sz="2800" dirty="0">
                <a:solidFill>
                  <a:schemeClr val="dk1"/>
                </a:solidFill>
                <a:latin typeface="Open Sans"/>
                <a:ea typeface="Open Sans"/>
                <a:cs typeface="Open Sans"/>
                <a:sym typeface="Open Sans"/>
              </a:endParaRPr>
            </a:p>
            <a:p>
              <a:pPr lvl="0">
                <a:spcBef>
                  <a:spcPts val="500"/>
                </a:spcBef>
              </a:pPr>
              <a:endParaRPr lang="en-US" sz="2800" dirty="0">
                <a:solidFill>
                  <a:schemeClr val="dk1"/>
                </a:solidFill>
                <a:latin typeface="Open Sans"/>
                <a:ea typeface="Open Sans"/>
                <a:cs typeface="Open Sans"/>
                <a:sym typeface="Open Sans"/>
              </a:endParaRPr>
            </a:p>
            <a:p>
              <a:pPr lvl="0">
                <a:spcBef>
                  <a:spcPts val="500"/>
                </a:spcBef>
              </a:pPr>
              <a:endParaRPr lang="en-US" sz="2800" dirty="0">
                <a:solidFill>
                  <a:schemeClr val="dk1"/>
                </a:solidFill>
                <a:latin typeface="Open Sans"/>
                <a:ea typeface="Open Sans"/>
                <a:cs typeface="Open Sans"/>
                <a:sym typeface="Open Sans"/>
              </a:endParaRPr>
            </a:p>
            <a:p>
              <a:pPr lvl="0">
                <a:spcBef>
                  <a:spcPts val="500"/>
                </a:spcBef>
              </a:pPr>
              <a:endParaRPr lang="en-US" sz="2800" dirty="0">
                <a:solidFill>
                  <a:schemeClr val="dk1"/>
                </a:solidFill>
                <a:latin typeface="Open Sans"/>
                <a:ea typeface="Open Sans"/>
                <a:cs typeface="Open Sans"/>
                <a:sym typeface="Open Sans"/>
              </a:endParaRPr>
            </a:p>
            <a:p>
              <a:pPr lvl="0">
                <a:spcBef>
                  <a:spcPts val="500"/>
                </a:spcBef>
              </a:pPr>
              <a:endParaRPr lang="en-US" sz="2800" dirty="0">
                <a:solidFill>
                  <a:schemeClr val="dk1"/>
                </a:solidFill>
                <a:latin typeface="Open Sans"/>
                <a:ea typeface="Open Sans"/>
                <a:cs typeface="Open Sans"/>
                <a:sym typeface="Open Sans"/>
              </a:endParaRPr>
            </a:p>
            <a:p>
              <a:pPr lvl="0">
                <a:spcBef>
                  <a:spcPts val="500"/>
                </a:spcBef>
              </a:pPr>
              <a:endParaRPr lang="en-US" sz="2800" dirty="0">
                <a:solidFill>
                  <a:schemeClr val="dk1"/>
                </a:solidFill>
                <a:latin typeface="Open Sans"/>
                <a:ea typeface="Open Sans"/>
                <a:cs typeface="Open Sans"/>
                <a:sym typeface="Open Sans"/>
              </a:endParaRPr>
            </a:p>
            <a:p>
              <a:pPr lvl="0">
                <a:spcBef>
                  <a:spcPts val="500"/>
                </a:spcBef>
              </a:pPr>
              <a:endParaRPr lang="en-US" sz="2800" dirty="0">
                <a:solidFill>
                  <a:schemeClr val="dk1"/>
                </a:solidFill>
                <a:latin typeface="Open Sans"/>
                <a:ea typeface="Open Sans"/>
                <a:cs typeface="Open Sans"/>
                <a:sym typeface="Open Sans"/>
              </a:endParaRPr>
            </a:p>
          </p:txBody>
        </p:sp>
        <p:sp>
          <p:nvSpPr>
            <p:cNvPr id="100" name="Google Shape;100;p1">
              <a:extLst>
                <a:ext uri="{FF2B5EF4-FFF2-40B4-BE49-F238E27FC236}">
                  <a16:creationId xmlns:a16="http://schemas.microsoft.com/office/drawing/2014/main" id="{2021D3C9-30A4-5033-26E9-02C13F932F7D}"/>
                </a:ext>
              </a:extLst>
            </p:cNvPr>
            <p:cNvSpPr/>
            <p:nvPr/>
          </p:nvSpPr>
          <p:spPr>
            <a:xfrm>
              <a:off x="233973" y="4216382"/>
              <a:ext cx="14073000" cy="884100"/>
            </a:xfrm>
            <a:prstGeom prst="rect">
              <a:avLst/>
            </a:prstGeom>
            <a:solidFill>
              <a:srgbClr val="95001A"/>
            </a:solidFill>
            <a:ln w="38100" cap="flat" cmpd="sng">
              <a:solidFill>
                <a:srgbClr val="95001A"/>
              </a:solidFill>
              <a:prstDash val="solid"/>
              <a:miter lim="800000"/>
              <a:headEnd type="none" w="sm" len="sm"/>
              <a:tailEnd type="none" w="sm" len="sm"/>
            </a:ln>
          </p:spPr>
          <p:txBody>
            <a:bodyPr spcFirstLastPara="1" wrap="square" lIns="76200" tIns="38075" rIns="76200" bIns="38075" anchor="ctr" anchorCtr="0">
              <a:noAutofit/>
            </a:bodyPr>
            <a:lstStyle/>
            <a:p>
              <a:pPr marL="381000" lvl="1" indent="0" algn="l" rtl="0">
                <a:spcBef>
                  <a:spcPts val="0"/>
                </a:spcBef>
                <a:spcAft>
                  <a:spcPts val="0"/>
                </a:spcAft>
                <a:buNone/>
              </a:pPr>
              <a:r>
                <a:rPr lang="en-US" sz="4000" dirty="0">
                  <a:solidFill>
                    <a:schemeClr val="lt1"/>
                  </a:solidFill>
                </a:rPr>
                <a:t>System State</a:t>
              </a:r>
              <a:endParaRPr sz="4000" dirty="0"/>
            </a:p>
          </p:txBody>
        </p:sp>
      </p:grpSp>
      <p:grpSp>
        <p:nvGrpSpPr>
          <p:cNvPr id="101" name="Google Shape;101;p1">
            <a:extLst>
              <a:ext uri="{FF2B5EF4-FFF2-40B4-BE49-F238E27FC236}">
                <a16:creationId xmlns:a16="http://schemas.microsoft.com/office/drawing/2014/main" id="{4125114B-CA44-4EBB-0BD5-F958B0160F53}"/>
              </a:ext>
            </a:extLst>
          </p:cNvPr>
          <p:cNvGrpSpPr/>
          <p:nvPr/>
        </p:nvGrpSpPr>
        <p:grpSpPr>
          <a:xfrm>
            <a:off x="24540156" y="3939799"/>
            <a:ext cx="11419814" cy="22076630"/>
            <a:chOff x="233983" y="4216400"/>
            <a:chExt cx="14073000" cy="29121000"/>
          </a:xfrm>
        </p:grpSpPr>
        <p:sp>
          <p:nvSpPr>
            <p:cNvPr id="102" name="Google Shape;102;p1">
              <a:extLst>
                <a:ext uri="{FF2B5EF4-FFF2-40B4-BE49-F238E27FC236}">
                  <a16:creationId xmlns:a16="http://schemas.microsoft.com/office/drawing/2014/main" id="{C704F96F-2B88-0233-0E82-4DCDFE9D7760}"/>
                </a:ext>
              </a:extLst>
            </p:cNvPr>
            <p:cNvSpPr/>
            <p:nvPr/>
          </p:nvSpPr>
          <p:spPr>
            <a:xfrm>
              <a:off x="233983" y="4216400"/>
              <a:ext cx="14073000" cy="29121000"/>
            </a:xfrm>
            <a:prstGeom prst="rect">
              <a:avLst/>
            </a:prstGeom>
            <a:solidFill>
              <a:schemeClr val="lt1"/>
            </a:solidFill>
            <a:ln w="38100" cap="flat" cmpd="sng">
              <a:solidFill>
                <a:srgbClr val="95001A"/>
              </a:solidFill>
              <a:prstDash val="solid"/>
              <a:miter lim="800000"/>
              <a:headEnd type="none" w="sm" len="sm"/>
              <a:tailEnd type="none" w="sm" len="sm"/>
            </a:ln>
            <a:effectLst>
              <a:outerShdw blurRad="50800" dist="127000" dir="8100000" algn="tr" rotWithShape="0">
                <a:srgbClr val="000000">
                  <a:alpha val="40000"/>
                </a:srgbClr>
              </a:outerShdw>
            </a:effectLst>
          </p:spPr>
          <p:txBody>
            <a:bodyPr spcFirstLastPara="1" wrap="square" lIns="76200" tIns="38075" rIns="76200" bIns="38075" anchor="t" anchorCtr="0">
              <a:noAutofit/>
            </a:bodyPr>
            <a:lstStyle/>
            <a:p>
              <a:pPr marL="0" marR="0" lvl="0" indent="0" algn="l" rtl="0">
                <a:spcBef>
                  <a:spcPts val="0"/>
                </a:spcBef>
                <a:spcAft>
                  <a:spcPts val="0"/>
                </a:spcAft>
                <a:buNone/>
              </a:pPr>
              <a:endParaRPr sz="3600" dirty="0">
                <a:solidFill>
                  <a:schemeClr val="dk1"/>
                </a:solidFill>
                <a:latin typeface="Open Sans"/>
                <a:ea typeface="Open Sans"/>
                <a:cs typeface="Open Sans"/>
                <a:sym typeface="Open Sans"/>
              </a:endParaRPr>
            </a:p>
            <a:p>
              <a:pPr marL="12700" marR="0" lvl="0" indent="0" algn="l" rtl="0">
                <a:lnSpc>
                  <a:spcPct val="100800"/>
                </a:lnSpc>
                <a:spcBef>
                  <a:spcPts val="1600"/>
                </a:spcBef>
                <a:spcAft>
                  <a:spcPts val="0"/>
                </a:spcAft>
                <a:buNone/>
              </a:pPr>
              <a:endParaRPr lang="en-US" sz="1800" b="1" dirty="0">
                <a:solidFill>
                  <a:schemeClr val="dk1"/>
                </a:solidFill>
                <a:latin typeface="Open Sans"/>
                <a:ea typeface="Open Sans"/>
                <a:cs typeface="Open Sans"/>
                <a:sym typeface="Open Sans"/>
              </a:endParaRPr>
            </a:p>
            <a:p>
              <a:pPr marL="12700" marR="0" lvl="0" indent="0" algn="l" rtl="0">
                <a:lnSpc>
                  <a:spcPct val="100800"/>
                </a:lnSpc>
                <a:spcBef>
                  <a:spcPts val="1600"/>
                </a:spcBef>
                <a:spcAft>
                  <a:spcPts val="0"/>
                </a:spcAft>
                <a:buNone/>
              </a:pPr>
              <a:r>
                <a:rPr lang="en-US" sz="2800" dirty="0">
                  <a:solidFill>
                    <a:schemeClr val="dk1"/>
                  </a:solidFill>
                  <a:latin typeface="Open Sans"/>
                  <a:ea typeface="Open Sans"/>
                  <a:cs typeface="Open Sans"/>
                  <a:sym typeface="Open Sans"/>
                </a:rPr>
                <a:t>Under all cases the nominal MPC controller outperformed LQR in convergence, overshoot, and stability.</a:t>
              </a:r>
            </a:p>
            <a:p>
              <a:pPr marL="12700" marR="0" lvl="0" indent="0" algn="l" rtl="0">
                <a:lnSpc>
                  <a:spcPct val="100800"/>
                </a:lnSpc>
                <a:spcBef>
                  <a:spcPts val="1600"/>
                </a:spcBef>
                <a:spcAft>
                  <a:spcPts val="0"/>
                </a:spcAft>
                <a:buNone/>
              </a:pPr>
              <a:endParaRPr lang="en-US" sz="800" dirty="0">
                <a:solidFill>
                  <a:schemeClr val="dk1"/>
                </a:solidFill>
                <a:latin typeface="Open Sans"/>
                <a:ea typeface="Open Sans"/>
                <a:cs typeface="Open Sans"/>
                <a:sym typeface="Open Sans"/>
              </a:endParaRPr>
            </a:p>
            <a:p>
              <a:pPr marL="12700" marR="0" lvl="0" indent="0" algn="l" rtl="0">
                <a:lnSpc>
                  <a:spcPct val="100800"/>
                </a:lnSpc>
                <a:spcBef>
                  <a:spcPts val="1600"/>
                </a:spcBef>
                <a:spcAft>
                  <a:spcPts val="0"/>
                </a:spcAft>
                <a:buNone/>
              </a:pPr>
              <a:r>
                <a:rPr lang="en-US" sz="2800" dirty="0">
                  <a:solidFill>
                    <a:schemeClr val="dk1"/>
                  </a:solidFill>
                  <a:latin typeface="Open Sans"/>
                  <a:ea typeface="Open Sans"/>
                  <a:cs typeface="Open Sans"/>
                  <a:sym typeface="Open Sans"/>
                </a:rPr>
                <a:t>For low to moderate model error, where the residual dynamics makes up a minority of the total dynamics, The learning MPC outperforms the nominal MPC and LQR controllers. </a:t>
              </a:r>
            </a:p>
            <a:p>
              <a:pPr marL="12700" marR="0" lvl="0" indent="0" algn="l" rtl="0">
                <a:lnSpc>
                  <a:spcPct val="100800"/>
                </a:lnSpc>
                <a:spcBef>
                  <a:spcPts val="1600"/>
                </a:spcBef>
                <a:spcAft>
                  <a:spcPts val="0"/>
                </a:spcAft>
                <a:buNone/>
              </a:pPr>
              <a:r>
                <a:rPr lang="en-US" sz="2800" dirty="0">
                  <a:solidFill>
                    <a:schemeClr val="dk1"/>
                  </a:solidFill>
                  <a:latin typeface="Open Sans"/>
                  <a:ea typeface="Open Sans"/>
                  <a:cs typeface="Open Sans"/>
                  <a:sym typeface="Open Sans"/>
                </a:rPr>
                <a:t>Though at high model error the learning MPC has the worst performance and is unstable when LQR and nominal MPC remain stable. This is most likely caused by the jitteriness (non smoothness) found in the residual dynamics function, which can be seen in the control inputs.</a:t>
              </a:r>
            </a:p>
            <a:p>
              <a:pPr marL="12700" marR="0" lvl="0" indent="0" algn="l" rtl="0">
                <a:lnSpc>
                  <a:spcPct val="100800"/>
                </a:lnSpc>
                <a:spcBef>
                  <a:spcPts val="1600"/>
                </a:spcBef>
                <a:spcAft>
                  <a:spcPts val="0"/>
                </a:spcAft>
                <a:buNone/>
              </a:pPr>
              <a:endParaRPr lang="en-US" sz="2800" dirty="0">
                <a:solidFill>
                  <a:schemeClr val="dk1"/>
                </a:solidFill>
                <a:latin typeface="Open Sans"/>
                <a:ea typeface="Open Sans"/>
                <a:cs typeface="Open Sans"/>
                <a:sym typeface="Open Sans"/>
              </a:endParaRPr>
            </a:p>
            <a:p>
              <a:pPr marL="12700" marR="0" lvl="0" indent="0" algn="ctr" rtl="0">
                <a:lnSpc>
                  <a:spcPct val="100800"/>
                </a:lnSpc>
                <a:spcBef>
                  <a:spcPts val="1600"/>
                </a:spcBef>
                <a:spcAft>
                  <a:spcPts val="0"/>
                </a:spcAft>
                <a:buNone/>
              </a:pPr>
              <a:r>
                <a:rPr lang="en-US" sz="2800" b="1" dirty="0">
                  <a:solidFill>
                    <a:schemeClr val="dk1"/>
                  </a:solidFill>
                  <a:latin typeface="+mj-lt"/>
                  <a:ea typeface="Open Sans"/>
                  <a:cs typeface="Open Sans"/>
                  <a:sym typeface="Open Sans"/>
                </a:rPr>
                <a:t>Moderate Model Error Results</a:t>
              </a:r>
            </a:p>
            <a:p>
              <a:pPr marL="12700" marR="0" lvl="0" indent="0" algn="ctr" rtl="0">
                <a:lnSpc>
                  <a:spcPct val="100800"/>
                </a:lnSpc>
                <a:spcBef>
                  <a:spcPts val="1600"/>
                </a:spcBef>
                <a:spcAft>
                  <a:spcPts val="0"/>
                </a:spcAft>
                <a:buNone/>
              </a:pPr>
              <a:endParaRPr lang="en-US" sz="2800" dirty="0">
                <a:solidFill>
                  <a:schemeClr val="dk1"/>
                </a:solidFill>
                <a:latin typeface="Open Sans"/>
                <a:ea typeface="Open Sans"/>
                <a:cs typeface="Open Sans"/>
                <a:sym typeface="Open Sans"/>
              </a:endParaRPr>
            </a:p>
            <a:p>
              <a:pPr marL="12700" marR="0" lvl="0" indent="0" algn="ctr" rtl="0">
                <a:lnSpc>
                  <a:spcPct val="100800"/>
                </a:lnSpc>
                <a:spcBef>
                  <a:spcPts val="1600"/>
                </a:spcBef>
                <a:spcAft>
                  <a:spcPts val="0"/>
                </a:spcAft>
                <a:buNone/>
              </a:pPr>
              <a:endParaRPr lang="en-US" sz="3200" dirty="0">
                <a:solidFill>
                  <a:schemeClr val="dk1"/>
                </a:solidFill>
                <a:latin typeface="Open Sans"/>
                <a:ea typeface="Open Sans"/>
                <a:cs typeface="Open Sans"/>
                <a:sym typeface="Open Sans"/>
              </a:endParaRPr>
            </a:p>
          </p:txBody>
        </p:sp>
        <p:sp>
          <p:nvSpPr>
            <p:cNvPr id="103" name="Google Shape;103;p1">
              <a:extLst>
                <a:ext uri="{FF2B5EF4-FFF2-40B4-BE49-F238E27FC236}">
                  <a16:creationId xmlns:a16="http://schemas.microsoft.com/office/drawing/2014/main" id="{BB4088E6-6C35-099C-4978-C2B9AC24C8B3}"/>
                </a:ext>
              </a:extLst>
            </p:cNvPr>
            <p:cNvSpPr/>
            <p:nvPr/>
          </p:nvSpPr>
          <p:spPr>
            <a:xfrm>
              <a:off x="233983" y="4216402"/>
              <a:ext cx="14073000" cy="1442100"/>
            </a:xfrm>
            <a:prstGeom prst="rect">
              <a:avLst/>
            </a:prstGeom>
            <a:solidFill>
              <a:srgbClr val="95001A"/>
            </a:solidFill>
            <a:ln w="38100" cap="flat" cmpd="sng">
              <a:solidFill>
                <a:srgbClr val="95001A"/>
              </a:solidFill>
              <a:prstDash val="solid"/>
              <a:miter lim="800000"/>
              <a:headEnd type="none" w="sm" len="sm"/>
              <a:tailEnd type="none" w="sm" len="sm"/>
            </a:ln>
          </p:spPr>
          <p:txBody>
            <a:bodyPr spcFirstLastPara="1" wrap="square" lIns="76200" tIns="38075" rIns="76200" bIns="38075" anchor="ctr" anchorCtr="0">
              <a:noAutofit/>
            </a:bodyPr>
            <a:lstStyle/>
            <a:p>
              <a:pPr marL="381000" marR="0" lvl="1" indent="0" algn="l" rtl="0">
                <a:spcBef>
                  <a:spcPts val="0"/>
                </a:spcBef>
                <a:spcAft>
                  <a:spcPts val="0"/>
                </a:spcAft>
                <a:buNone/>
              </a:pPr>
              <a:r>
                <a:rPr lang="en-US" sz="4000" dirty="0">
                  <a:solidFill>
                    <a:schemeClr val="lt1"/>
                  </a:solidFill>
                </a:rPr>
                <a:t>Results</a:t>
              </a:r>
              <a:endParaRPr sz="4000" dirty="0"/>
            </a:p>
          </p:txBody>
        </p:sp>
      </p:grpSp>
      <p:pic>
        <p:nvPicPr>
          <p:cNvPr id="5" name="Picture 4" descr="A black background with a black square&#10;&#10;AI-generated content may be incorrect.">
            <a:extLst>
              <a:ext uri="{FF2B5EF4-FFF2-40B4-BE49-F238E27FC236}">
                <a16:creationId xmlns:a16="http://schemas.microsoft.com/office/drawing/2014/main" id="{F93ADCE0-D4BE-BD16-20BC-755E49F5685C}"/>
              </a:ext>
            </a:extLst>
          </p:cNvPr>
          <p:cNvPicPr>
            <a:picLocks noChangeAspect="1"/>
          </p:cNvPicPr>
          <p:nvPr/>
        </p:nvPicPr>
        <p:blipFill>
          <a:blip r:embed="rId4"/>
          <a:stretch>
            <a:fillRect/>
          </a:stretch>
        </p:blipFill>
        <p:spPr>
          <a:xfrm>
            <a:off x="616030" y="23515388"/>
            <a:ext cx="10782874" cy="1457725"/>
          </a:xfrm>
          <a:prstGeom prst="rect">
            <a:avLst/>
          </a:prstGeom>
        </p:spPr>
      </p:pic>
      <p:pic>
        <p:nvPicPr>
          <p:cNvPr id="17" name="Picture 16" descr="A black background with a black square&#10;&#10;AI-generated content may be incorrect.">
            <a:extLst>
              <a:ext uri="{FF2B5EF4-FFF2-40B4-BE49-F238E27FC236}">
                <a16:creationId xmlns:a16="http://schemas.microsoft.com/office/drawing/2014/main" id="{F1160336-7AA6-079A-370B-9966C79A148F}"/>
              </a:ext>
            </a:extLst>
          </p:cNvPr>
          <p:cNvPicPr>
            <a:picLocks noChangeAspect="1"/>
          </p:cNvPicPr>
          <p:nvPr/>
        </p:nvPicPr>
        <p:blipFill>
          <a:blip r:embed="rId5"/>
          <a:stretch>
            <a:fillRect/>
          </a:stretch>
        </p:blipFill>
        <p:spPr>
          <a:xfrm>
            <a:off x="14090921" y="14043142"/>
            <a:ext cx="7951600" cy="3953044"/>
          </a:xfrm>
          <a:prstGeom prst="rect">
            <a:avLst/>
          </a:prstGeom>
        </p:spPr>
      </p:pic>
      <p:pic>
        <p:nvPicPr>
          <p:cNvPr id="25" name="Picture 24" descr="A black background with a black square&#10;&#10;AI-generated content may be incorrect.">
            <a:extLst>
              <a:ext uri="{FF2B5EF4-FFF2-40B4-BE49-F238E27FC236}">
                <a16:creationId xmlns:a16="http://schemas.microsoft.com/office/drawing/2014/main" id="{336186B6-7518-7F44-B96D-9F62D20DFCE7}"/>
              </a:ext>
            </a:extLst>
          </p:cNvPr>
          <p:cNvPicPr>
            <a:picLocks noChangeAspect="1"/>
          </p:cNvPicPr>
          <p:nvPr/>
        </p:nvPicPr>
        <p:blipFill>
          <a:blip r:embed="rId6"/>
          <a:stretch>
            <a:fillRect/>
          </a:stretch>
        </p:blipFill>
        <p:spPr>
          <a:xfrm>
            <a:off x="2146771" y="20509590"/>
            <a:ext cx="2809990" cy="1132709"/>
          </a:xfrm>
          <a:prstGeom prst="rect">
            <a:avLst/>
          </a:prstGeom>
        </p:spPr>
      </p:pic>
      <p:pic>
        <p:nvPicPr>
          <p:cNvPr id="31" name="Picture 30" descr="A black background with a black square&#10;&#10;AI-generated content may be incorrect.">
            <a:extLst>
              <a:ext uri="{FF2B5EF4-FFF2-40B4-BE49-F238E27FC236}">
                <a16:creationId xmlns:a16="http://schemas.microsoft.com/office/drawing/2014/main" id="{B2840F9D-D332-219D-D317-82B23BD4CBF5}"/>
              </a:ext>
            </a:extLst>
          </p:cNvPr>
          <p:cNvPicPr>
            <a:picLocks noChangeAspect="1"/>
          </p:cNvPicPr>
          <p:nvPr/>
        </p:nvPicPr>
        <p:blipFill>
          <a:blip r:embed="rId7"/>
          <a:stretch>
            <a:fillRect/>
          </a:stretch>
        </p:blipFill>
        <p:spPr>
          <a:xfrm>
            <a:off x="6516878" y="20424616"/>
            <a:ext cx="3480244" cy="1188005"/>
          </a:xfrm>
          <a:prstGeom prst="rect">
            <a:avLst/>
          </a:prstGeom>
        </p:spPr>
      </p:pic>
      <p:pic>
        <p:nvPicPr>
          <p:cNvPr id="33" name="Picture 32">
            <a:extLst>
              <a:ext uri="{FF2B5EF4-FFF2-40B4-BE49-F238E27FC236}">
                <a16:creationId xmlns:a16="http://schemas.microsoft.com/office/drawing/2014/main" id="{13A95307-0046-6C53-CCE3-D11239D9CD06}"/>
              </a:ext>
            </a:extLst>
          </p:cNvPr>
          <p:cNvPicPr>
            <a:picLocks noChangeAspect="1"/>
          </p:cNvPicPr>
          <p:nvPr/>
        </p:nvPicPr>
        <p:blipFill>
          <a:blip r:embed="rId8"/>
          <a:stretch>
            <a:fillRect/>
          </a:stretch>
        </p:blipFill>
        <p:spPr>
          <a:xfrm>
            <a:off x="13922508" y="19895838"/>
            <a:ext cx="8288425" cy="565487"/>
          </a:xfrm>
          <a:prstGeom prst="rect">
            <a:avLst/>
          </a:prstGeom>
        </p:spPr>
      </p:pic>
      <p:pic>
        <p:nvPicPr>
          <p:cNvPr id="35" name="Picture 34">
            <a:extLst>
              <a:ext uri="{FF2B5EF4-FFF2-40B4-BE49-F238E27FC236}">
                <a16:creationId xmlns:a16="http://schemas.microsoft.com/office/drawing/2014/main" id="{26B39D29-BF52-244E-B35A-A707B31AAF30}"/>
              </a:ext>
            </a:extLst>
          </p:cNvPr>
          <p:cNvPicPr>
            <a:picLocks noChangeAspect="1"/>
          </p:cNvPicPr>
          <p:nvPr/>
        </p:nvPicPr>
        <p:blipFill>
          <a:blip r:embed="rId9"/>
          <a:stretch>
            <a:fillRect/>
          </a:stretch>
        </p:blipFill>
        <p:spPr>
          <a:xfrm>
            <a:off x="13688342" y="24704042"/>
            <a:ext cx="8718656" cy="612757"/>
          </a:xfrm>
          <a:prstGeom prst="rect">
            <a:avLst/>
          </a:prstGeom>
        </p:spPr>
      </p:pic>
      <p:pic>
        <p:nvPicPr>
          <p:cNvPr id="37" name="Picture 36" descr="A black background with a black square&#10;&#10;AI-generated content may be incorrect.">
            <a:extLst>
              <a:ext uri="{FF2B5EF4-FFF2-40B4-BE49-F238E27FC236}">
                <a16:creationId xmlns:a16="http://schemas.microsoft.com/office/drawing/2014/main" id="{FE58817C-27F4-C6E2-70FF-4C4D790EE74A}"/>
              </a:ext>
            </a:extLst>
          </p:cNvPr>
          <p:cNvPicPr>
            <a:picLocks noChangeAspect="1"/>
          </p:cNvPicPr>
          <p:nvPr/>
        </p:nvPicPr>
        <p:blipFill>
          <a:blip r:embed="rId10"/>
          <a:stretch>
            <a:fillRect/>
          </a:stretch>
        </p:blipFill>
        <p:spPr>
          <a:xfrm>
            <a:off x="16260428" y="9752616"/>
            <a:ext cx="3955494" cy="428909"/>
          </a:xfrm>
          <a:prstGeom prst="rect">
            <a:avLst/>
          </a:prstGeom>
        </p:spPr>
      </p:pic>
      <p:pic>
        <p:nvPicPr>
          <p:cNvPr id="41" name="Picture 40" descr="A telescope in space above earth&#10;&#10;AI-generated content may be incorrect.">
            <a:extLst>
              <a:ext uri="{FF2B5EF4-FFF2-40B4-BE49-F238E27FC236}">
                <a16:creationId xmlns:a16="http://schemas.microsoft.com/office/drawing/2014/main" id="{1E61B26F-5AC3-D659-5602-511F4A88957D}"/>
              </a:ext>
            </a:extLst>
          </p:cNvPr>
          <p:cNvPicPr>
            <a:picLocks noChangeAspect="1"/>
          </p:cNvPicPr>
          <p:nvPr/>
        </p:nvPicPr>
        <p:blipFill>
          <a:blip r:embed="rId11"/>
          <a:srcRect l="8843" t="3585"/>
          <a:stretch>
            <a:fillRect/>
          </a:stretch>
        </p:blipFill>
        <p:spPr>
          <a:xfrm>
            <a:off x="2097162" y="10689570"/>
            <a:ext cx="7820610" cy="4658580"/>
          </a:xfrm>
          <a:prstGeom prst="rect">
            <a:avLst/>
          </a:prstGeom>
        </p:spPr>
      </p:pic>
      <p:pic>
        <p:nvPicPr>
          <p:cNvPr id="45" name="Picture 44" descr="A screenshot of a graph&#10;&#10;AI-generated content may be incorrect.">
            <a:extLst>
              <a:ext uri="{FF2B5EF4-FFF2-40B4-BE49-F238E27FC236}">
                <a16:creationId xmlns:a16="http://schemas.microsoft.com/office/drawing/2014/main" id="{2CC697EC-40F7-E219-2928-2DB1BE9C3D14}"/>
              </a:ext>
            </a:extLst>
          </p:cNvPr>
          <p:cNvPicPr>
            <a:picLocks noChangeAspect="1"/>
          </p:cNvPicPr>
          <p:nvPr/>
        </p:nvPicPr>
        <p:blipFill>
          <a:blip r:embed="rId12"/>
          <a:srcRect r="50054" b="50000"/>
          <a:stretch>
            <a:fillRect/>
          </a:stretch>
        </p:blipFill>
        <p:spPr>
          <a:xfrm>
            <a:off x="25421342" y="11687446"/>
            <a:ext cx="9479349" cy="7046664"/>
          </a:xfrm>
          <a:prstGeom prst="rect">
            <a:avLst/>
          </a:prstGeom>
        </p:spPr>
      </p:pic>
      <p:pic>
        <p:nvPicPr>
          <p:cNvPr id="46" name="Picture 45" descr="A screenshot of a graph&#10;&#10;AI-generated content may be incorrect.">
            <a:extLst>
              <a:ext uri="{FF2B5EF4-FFF2-40B4-BE49-F238E27FC236}">
                <a16:creationId xmlns:a16="http://schemas.microsoft.com/office/drawing/2014/main" id="{4C6ED702-8529-31D8-DAD2-2AA16348B41E}"/>
              </a:ext>
            </a:extLst>
          </p:cNvPr>
          <p:cNvPicPr>
            <a:picLocks noChangeAspect="1"/>
          </p:cNvPicPr>
          <p:nvPr/>
        </p:nvPicPr>
        <p:blipFill>
          <a:blip r:embed="rId12"/>
          <a:srcRect t="50985" r="50054" b="2964"/>
          <a:stretch>
            <a:fillRect/>
          </a:stretch>
        </p:blipFill>
        <p:spPr>
          <a:xfrm>
            <a:off x="25421342" y="19133527"/>
            <a:ext cx="9479349" cy="6489971"/>
          </a:xfrm>
          <a:prstGeom prst="rect">
            <a:avLst/>
          </a:prstGeom>
        </p:spPr>
      </p:pic>
      <p:sp>
        <p:nvSpPr>
          <p:cNvPr id="47" name="Rectangle 46">
            <a:extLst>
              <a:ext uri="{FF2B5EF4-FFF2-40B4-BE49-F238E27FC236}">
                <a16:creationId xmlns:a16="http://schemas.microsoft.com/office/drawing/2014/main" id="{780724EF-CDB9-9843-7B40-F34BC0788541}"/>
              </a:ext>
            </a:extLst>
          </p:cNvPr>
          <p:cNvSpPr/>
          <p:nvPr/>
        </p:nvSpPr>
        <p:spPr>
          <a:xfrm>
            <a:off x="32100341" y="11687446"/>
            <a:ext cx="2800350" cy="46798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spTree>
    <p:extLst>
      <p:ext uri="{BB962C8B-B14F-4D97-AF65-F5344CB8AC3E}">
        <p14:creationId xmlns:p14="http://schemas.microsoft.com/office/powerpoint/2010/main" val="3424527274"/>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1122</TotalTime>
  <Words>538</Words>
  <Application>Microsoft Office PowerPoint</Application>
  <PresentationFormat>Custom</PresentationFormat>
  <Paragraphs>78</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Garamond</vt:lpstr>
      <vt:lpstr>Open Sans</vt:lpstr>
      <vt:lpstr>Calibri</vt:lpstr>
      <vt:lpstr>Open Sans Light</vt:lpstr>
      <vt:lpstr>Arial</vt:lpstr>
      <vt:lpstr>Cambria Math</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Elizabeth Bianchini</dc:creator>
  <cp:lastModifiedBy>Luca Byrnes</cp:lastModifiedBy>
  <cp:revision>4</cp:revision>
  <dcterms:created xsi:type="dcterms:W3CDTF">2022-06-13T16:37:30Z</dcterms:created>
  <dcterms:modified xsi:type="dcterms:W3CDTF">2025-12-03T18:49:13Z</dcterms:modified>
</cp:coreProperties>
</file>